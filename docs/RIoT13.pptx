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4.xml.rels" ContentType="application/vnd.openxmlformats-package.relationships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Click to move the slide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4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4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4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4730E43-0C3A-48C3-BE1D-9780A519128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43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4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D34CC4-9233-479B-A981-490B77FD571E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6097E68-BD65-453F-8F3E-E47D2C9067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948073C-1DDE-4CA9-9591-5CE6C7050F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087B587-DA19-4464-A1A9-3AC355D1AB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A8095D3-CA5C-4CD8-BF98-4F88D8670D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2CB23AA-7811-406F-85C5-D672C179A3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8DCF4A0-7105-4503-8571-9D34806FD4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F2CC07D-0E0A-4E0B-8C20-AF6E527CD1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8C8C53F-F673-49DF-93E7-D0FF9E7FAE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FA0FA8F-4E41-4B71-A929-AB32936004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5ECAFEBE-2B39-4CB5-A492-6858CF922B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489D0E6C-6E60-4D82-B3BF-D4E52F3CAC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F8EDD0D8-AAA9-4D38-802D-B5418E49F1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32311035-8743-491E-9572-DD90C229B9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FD0BBF-86DC-47ED-BBC5-246323ABCB6D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558411-8EB4-4109-8331-44549B78E29D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F66D60-BA8F-4C8E-93EF-273B80923BD3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74BACA-A24C-4A0D-B52D-FA7AC5A53387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5679C4-588F-4E97-AF37-02EB620B7454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9C887B-F3E2-4940-8600-F0C0CE272E0E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A67D42-61F9-4376-95FA-25C2AD69DBED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55FAB1-38EB-42E2-9374-1FA57959C9AA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F67C27-61B8-48EA-B75F-2A040D24BB91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A70F32-0E5B-4447-BEBB-719A435D0B4D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5508879-3BA8-4A66-877C-92D81DA99BE7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0FD5B3-572A-4979-B585-9B5920F3AF19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6A9B3C-6F43-4D9A-B4DF-7F59E65D7F05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6000" spc="-1" strike="noStrike">
                <a:solidFill>
                  <a:schemeClr val="dk1"/>
                </a:solidFill>
                <a:latin typeface="Aptos Display"/>
              </a:rPr>
              <a:t>Week 13</a:t>
            </a:r>
            <a:endParaRPr b="0" lang="de-DE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 hate Windows with a fervent flame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and Ubuntu more and more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What happend?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Frontend: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Adafruit Feather flasher (Rnode flasher, Adafruit nrf util – Riot native)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changed Device names (no spaces → less headache for c78)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suffering from platform dependece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location.* → has issues in the coder/code-server ExtensionHost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currently WebSocket address is entered manually (maybe working alr)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works in vscodes test env though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6000" spc="-1" strike="noStrike">
                <a:solidFill>
                  <a:schemeClr val="dk1"/>
                </a:solidFill>
                <a:latin typeface="Aptos Display"/>
              </a:rPr>
              <a:t>Adafruit Feather</a:t>
            </a:r>
            <a:endParaRPr b="0" lang="de-DE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Ada macht jetzt nicht mehr Wong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poor Leon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Flashing of </a:t>
            </a: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Adafruit Feather nRF52840 Sense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690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550" lnSpcReduction="10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good news: it works (using DFU mode, adafruit-nrfutil programmer)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bad news: not well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entering and exiting DFU mode causes OS to interpret device as new device (user must grant access in Web again)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alternative: using uf2conv programmer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needs access to USB mass storage or ability to download files in Web Extension (there are ways but not they are not clean)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6000" spc="-1" strike="noStrike">
                <a:solidFill>
                  <a:schemeClr val="dk1"/>
                </a:solidFill>
                <a:latin typeface="Aptos Display"/>
              </a:rPr>
              <a:t>Demo</a:t>
            </a:r>
            <a:endParaRPr b="0" lang="de-DE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web only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What else happend?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Backend: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moved protocol logic to stub.py: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CommandHandler → FlashHandler, TermHandler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added MultiplexIO(FDIO)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provides multiple channels(by id) on the same fd bytestream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uses a header → struct{magic_bytes, channel_id, payload_len}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channel 1: ProtocolMessages to/from Websocket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 </a:t>
            </a: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added TTYIO(STDIO):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sets the stdin to raw (disables kernel line blocking/interpreter)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allows for transparent interactive shell behaviour (++)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input parsing has to be done as raw bytes now (-)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Flash/TermRequest write cd + make flash/term […] to the MasterPTYIO (back shell)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What happend?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Backend: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reworked riot-patches: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programmer.inc.mk (adjusted)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serial.inc.mk (new) → make term redirected successfully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now call stub.py [flash|term] board device [baud|bins+args]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binaries are currently passed separately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0x00 BOOT.bin, 0xXX PARTITIONS.bin, 0xYY PROJECT.bin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could break for other(non esp) archs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alternative: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parse args for 0xXX file.elf/bin pattern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doesnt seem stable as well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What happend?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Backend: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Dockerfile: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switched docker base image to debian bookworm (pinned hash)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setup for RIOT deps (trimmed to esp/what worked)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integrated shell.py as $SHELL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moved „Tools“(relay,shell,stub) to /usr/bin/riot-tools (user: r-x)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TODO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Frontend: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DFU or switch to UF2? – impl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other flashers?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Backend: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keep ironing out the kinks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Shell ready? → MultiplexIO → race condition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relay ShellRequestMessage → cached, timeout?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stub.py device=name|id → inconsitent use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Application>LibreOffice/24.2.7.2$Linux_X86_64 LibreOffice_project/420$Build-2</Application>
  <AppVersion>15.0000</AppVersion>
  <Words>122</Words>
  <Paragraphs>19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2025-12-08T15:10:18Z</dcterms:created>
  <dc:creator>cheater 78</dc:creator>
  <dc:description/>
  <dc:language>en-US</dc:language>
  <cp:lastModifiedBy/>
  <dcterms:modified xsi:type="dcterms:W3CDTF">2026-02-17T15:26:23Z</dcterms:modified>
  <cp:revision>39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5</vt:i4>
  </property>
</Properties>
</file>