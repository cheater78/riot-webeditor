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83" r:id="rId3"/>
    <p:sldId id="270" r:id="rId4"/>
    <p:sldId id="279" r:id="rId5"/>
    <p:sldId id="271" r:id="rId6"/>
    <p:sldId id="272" r:id="rId7"/>
    <p:sldId id="273" r:id="rId8"/>
    <p:sldId id="274" r:id="rId9"/>
    <p:sldId id="275" r:id="rId10"/>
    <p:sldId id="276" r:id="rId11"/>
    <p:sldId id="277" r:id="rId12"/>
    <p:sldId id="278" r:id="rId13"/>
    <p:sldId id="282" r:id="rId14"/>
    <p:sldId id="267" r:id="rId15"/>
    <p:sldId id="268" r:id="rId16"/>
    <p:sldId id="269" r:id="rId17"/>
    <p:sldId id="284" r:id="rId18"/>
    <p:sldId id="285" r:id="rId19"/>
    <p:sldId id="265" r:id="rId20"/>
    <p:sldId id="280" r:id="rId21"/>
    <p:sldId id="281" r:id="rId22"/>
    <p:sldId id="266" r:id="rId2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22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44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92E240-505D-8409-7D9B-17E4FEC1AE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C01F66-932B-0A26-6E62-E17EC9D460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68E177-AA30-A3CD-DFCD-5227BFC648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36BF8-532B-4151-84A3-AC127562CCF5}" type="datetimeFigureOut">
              <a:rPr lang="de-DE" smtClean="0"/>
              <a:t>30.01.2026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23C5A6-703D-FCA3-13F3-C841EAF7C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3C997C-868D-57AF-AD43-1D545EBEC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E347D2-FCF4-4734-9FE2-65F517431D9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571331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836C9-633D-35C1-289B-7F5684EDED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3C7682-6FBC-A1D2-CF0D-A27ABE0363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D94FCE-CD87-4043-A978-93716621BD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36BF8-532B-4151-84A3-AC127562CCF5}" type="datetimeFigureOut">
              <a:rPr lang="de-DE" smtClean="0"/>
              <a:t>30.01.2026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E15C84-050A-A5FA-DBEA-BECF22681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0016B9-8A29-C579-781F-D6757F02D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E347D2-FCF4-4734-9FE2-65F517431D9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58017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337E44-EEAA-1168-CB0C-C6402F09B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B7B6CF-7E1D-0FF9-3683-A67117E337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D7FFB6-1D72-BF8A-6619-541FEF89D4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36BF8-532B-4151-84A3-AC127562CCF5}" type="datetimeFigureOut">
              <a:rPr lang="de-DE" smtClean="0"/>
              <a:t>30.01.2026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CDA7F6-47F2-5E39-0C55-9F8026074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4E5C56-40B8-098A-182B-CFFCD20A5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E347D2-FCF4-4734-9FE2-65F517431D9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67909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B910A2-60C8-B404-8528-1878023FC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16626B-6F7D-C800-9F4D-0B3E29129D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E04BE1-50A7-687C-1B1C-93415C2A4B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46239D-5C9B-073F-400C-5A3BFDED6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36BF8-532B-4151-84A3-AC127562CCF5}" type="datetimeFigureOut">
              <a:rPr lang="de-DE" smtClean="0"/>
              <a:t>30.01.2026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4DFE75-AAF6-DB12-460E-9F0F81593C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EFB734-1422-1EB4-3451-E4AF7F020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E347D2-FCF4-4734-9FE2-65F517431D9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24348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8EC23-5F2C-C0E7-398A-B67C2C9026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8E7AB0-DDB0-1FEF-9B72-E372F036F8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9B5674-F070-5239-479C-798961448F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8F39FA-EAAC-4594-65F4-28757B3609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98C2C2-94E9-B425-9D5C-0F695FA011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330D492-2078-8D00-706C-7FE6B7B543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36BF8-532B-4151-84A3-AC127562CCF5}" type="datetimeFigureOut">
              <a:rPr lang="de-DE" smtClean="0"/>
              <a:t>30.01.2026</a:t>
            </a:fld>
            <a:endParaRPr lang="de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18E1D01-C19D-3F97-249F-467199C489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FAD4AEE-C722-1CEB-BB2C-674B67E675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E347D2-FCF4-4734-9FE2-65F517431D9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65316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013C0D-98EE-E687-BD25-F08D9CEC3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3E48BC9-A1E0-9E0E-DBEA-0ABAE8FD8F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36BF8-532B-4151-84A3-AC127562CCF5}" type="datetimeFigureOut">
              <a:rPr lang="de-DE" smtClean="0"/>
              <a:t>30.01.2026</a:t>
            </a:fld>
            <a:endParaRPr lang="de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1CE590-9375-BBE1-C60F-653C714A3F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38E4BE-54F9-5D5F-2BCD-E88D451B1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E347D2-FCF4-4734-9FE2-65F517431D9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047957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E7BAAC5-179C-FAC4-1776-9FD0FF22EB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36BF8-532B-4151-84A3-AC127562CCF5}" type="datetimeFigureOut">
              <a:rPr lang="de-DE" smtClean="0"/>
              <a:t>30.01.2026</a:t>
            </a:fld>
            <a:endParaRPr lang="de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0EFC8D8-701C-2415-212B-81A4192BE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390575-5241-30CB-491D-B20592319B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E347D2-FCF4-4734-9FE2-65F517431D9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204834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27EAD-5381-6E55-83B5-78927D2EF6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E5DED2-8DF6-7728-B519-71EF344A1B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3F3171-9E39-14F0-688E-6E33748792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CFDB75-B957-5657-9D9B-4A01573440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36BF8-532B-4151-84A3-AC127562CCF5}" type="datetimeFigureOut">
              <a:rPr lang="de-DE" smtClean="0"/>
              <a:t>30.01.2026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076806-8210-8E6E-0471-CD17278406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10035F-2138-0C41-DE6A-67D8EFC72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E347D2-FCF4-4734-9FE2-65F517431D9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67282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97233-95CD-A98C-E563-008F17CFB7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44C9A4D-E3F5-FBEA-F439-5285E00762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5933E5-736E-6FF6-538B-B9BB29F94E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EFFC95-E2C1-E336-D1F8-29C92E1347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36BF8-532B-4151-84A3-AC127562CCF5}" type="datetimeFigureOut">
              <a:rPr lang="de-DE" smtClean="0"/>
              <a:t>30.01.2026</a:t>
            </a:fld>
            <a:endParaRPr lang="de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CFEDED1-61E9-D5C1-B523-586F6D08B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10CF440-B716-E2C7-CA48-FBC05F5415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E347D2-FCF4-4734-9FE2-65F517431D9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3427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14230-9142-9D36-6909-317789580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F15331-829E-20E7-97BA-FBACE16413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0F7B5C-02CD-2276-C1A9-EDE6EB5D8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36BF8-532B-4151-84A3-AC127562CCF5}" type="datetimeFigureOut">
              <a:rPr lang="de-DE" smtClean="0"/>
              <a:t>30.01.2026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D07FA7-C017-08DB-6817-4C95C8D4F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9C080A-D744-8040-00BC-F0C2451D1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E347D2-FCF4-4734-9FE2-65F517431D9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3793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78663B1-3CCB-42CB-52A9-3844AF5647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D11FD0-5F6D-0684-F314-CBEEC6FFF4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B06C7-5684-A5AB-600B-A1FE7F6E9A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B36BF8-532B-4151-84A3-AC127562CCF5}" type="datetimeFigureOut">
              <a:rPr lang="de-DE" smtClean="0"/>
              <a:t>30.01.2026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5F0445-72C9-50D2-FE95-4ACDC6432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C3DB8C-AB60-00E7-C5E3-E7F265AEB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E347D2-FCF4-4734-9FE2-65F517431D9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909615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AC1E0E5-91B3-5FD9-0888-D98BDE14D0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331379-F9E8-6C40-093B-EAF3E266E3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10F117-0A7C-236F-8D26-93E632F2411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6B36BF8-532B-4151-84A3-AC127562CCF5}" type="datetimeFigureOut">
              <a:rPr lang="de-DE" smtClean="0"/>
              <a:t>30.01.2026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EEC340-19D1-1B39-EC7C-3C65775C9A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0076C4-FC97-1005-593C-E4FBCC1128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E347D2-FCF4-4734-9FE2-65F517431D93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73321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ADCEA2-876F-00F8-E7EA-A10DD267BAB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/>
              <a:t>Week 10</a:t>
            </a:r>
            <a:endParaRPr lang="de-D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881F708-C730-AFAC-5A7B-762C403F63E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Mission Impossible: GHOST Protocol</a:t>
            </a:r>
          </a:p>
        </p:txBody>
      </p:sp>
    </p:spTree>
    <p:extLst>
      <p:ext uri="{BB962C8B-B14F-4D97-AF65-F5344CB8AC3E}">
        <p14:creationId xmlns:p14="http://schemas.microsoft.com/office/powerpoint/2010/main" val="28758879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CB27B5E-E102-E513-CFD4-2AAAB6D8D67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Protocol</a:t>
            </a:r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AC9F91D2-83BE-D60A-7F25-2595F43ACC2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32797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93F1D6-1A84-258F-1746-2641D7738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Connect &amp; </a:t>
            </a:r>
            <a:r>
              <a:rPr lang="de-DE" dirty="0" err="1"/>
              <a:t>Disconnect</a:t>
            </a:r>
            <a:r>
              <a:rPr lang="de-DE" dirty="0"/>
              <a:t> 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653A8A79-82AD-A544-3275-025E6F1653A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976374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79634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2106A2-BDCA-E54D-E041-87DB7AB30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Websocket Server </a:t>
            </a:r>
            <a:r>
              <a:rPr lang="de-DE" dirty="0" err="1"/>
              <a:t>routing</a:t>
            </a:r>
            <a:endParaRPr lang="de-DE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2EDC5E7-19BE-BF51-7CA3-23FA167BEA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10515600" cy="3704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12006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78AC8C-2143-A2DB-F35B-730ECA12C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Link Establishment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ShellProxy</a:t>
            </a:r>
            <a:endParaRPr lang="de-DE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5C58238-2F03-4E76-46F8-EA3C9D75710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8733227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3932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6FCD08-BF65-4E2B-CB7B-4351D61898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Establishment from Web Extension</a:t>
            </a:r>
            <a:endParaRPr lang="de-DE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A5EEF4F-0DE9-BC48-0897-D358FF91A70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9353517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08626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DCF78-1713-552C-3975-7FCFCEF5B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Link Termination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ShellProxy</a:t>
            </a:r>
            <a:r>
              <a:rPr lang="de-DE" dirty="0"/>
              <a:t>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C3306DE-60A7-8B27-9EB8-D5EABDE76E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955485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880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3E8CDC-284D-7B28-D5C4-873B8BE74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 Termination from Web Extension</a:t>
            </a:r>
            <a:endParaRPr lang="de-DE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5F4E87A-67B7-E571-BB1C-10DCBC5EA6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8992462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66606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705D7-59F4-0BC6-B72D-5398B040B0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Flash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ShellProxy</a:t>
            </a:r>
            <a:endParaRPr lang="de-DE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7571F4C-B3D1-5BE9-0A17-4E433C84B7F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8285707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27428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9756E-DEE7-00B3-0278-7EF983355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Flash </a:t>
            </a:r>
            <a:r>
              <a:rPr lang="de-DE" dirty="0" err="1"/>
              <a:t>from</a:t>
            </a:r>
            <a:r>
              <a:rPr lang="de-DE" dirty="0"/>
              <a:t> Web Extension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7DEC6A6-20C8-D3FF-7ADD-CB8D64E629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7473527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8499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4F50F-E68A-801C-57B4-781B9CB65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Term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ShellProxy</a:t>
            </a:r>
            <a:r>
              <a:rPr lang="de-DE" dirty="0"/>
              <a:t>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51A6C70-735E-C56A-2FB3-A2DE2BF2DB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8799275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1699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03FBF-A35B-0FCC-4212-EFF5AB9FD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Term </a:t>
            </a:r>
            <a:r>
              <a:rPr lang="de-DE" dirty="0" err="1"/>
              <a:t>from</a:t>
            </a:r>
            <a:r>
              <a:rPr lang="de-DE" dirty="0"/>
              <a:t> Web Extension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81EA356-3F42-17B5-68A8-A35A4EF3DE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775193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49222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A1D5287D-45B4-08FF-07A7-7C64AD93CD9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 err="1"/>
              <a:t>WebSockets</a:t>
            </a:r>
            <a:endParaRPr lang="de-DE" dirty="0"/>
          </a:p>
        </p:txBody>
      </p:sp>
      <p:sp>
        <p:nvSpPr>
          <p:cNvPr id="7" name="Subtitle 6">
            <a:extLst>
              <a:ext uri="{FF2B5EF4-FFF2-40B4-BE49-F238E27FC236}">
                <a16:creationId xmlns:a16="http://schemas.microsoft.com/office/drawing/2014/main" id="{C807EC78-CDF8-FBAF-F987-610529085BE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742190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90991-A9ED-0232-2EBE-321605DAE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Websocket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59C14E-20E9-AB75-FB72-A092926D32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advantages:</a:t>
            </a:r>
          </a:p>
          <a:p>
            <a:pPr lvl="1"/>
            <a:r>
              <a:rPr lang="en-US" dirty="0"/>
              <a:t>most compatible across browsers</a:t>
            </a:r>
          </a:p>
          <a:p>
            <a:r>
              <a:rPr lang="en-US" dirty="0"/>
              <a:t>disadvantages: </a:t>
            </a:r>
          </a:p>
          <a:p>
            <a:pPr lvl="1"/>
            <a:r>
              <a:rPr lang="en-US" dirty="0"/>
              <a:t>no backpressure support (the ability to signal a high load to stall data transfer) </a:t>
            </a:r>
            <a:br>
              <a:rPr lang="en-US" dirty="0"/>
            </a:b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700909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8CCAA1-1C22-C0F2-EA31-1A3E1DC7CF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WebsocketStream</a:t>
            </a:r>
            <a:endParaRPr lang="de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047D8A-A069-4340-4CFF-3C931B6899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advantages: </a:t>
            </a:r>
          </a:p>
          <a:p>
            <a:pPr lvl="1"/>
            <a:r>
              <a:rPr lang="en-US" dirty="0"/>
              <a:t>supports backpressure (uses streams)</a:t>
            </a:r>
          </a:p>
          <a:p>
            <a:r>
              <a:rPr lang="en-US" dirty="0"/>
              <a:t>disadvantages: </a:t>
            </a:r>
          </a:p>
          <a:p>
            <a:pPr lvl="1"/>
            <a:r>
              <a:rPr lang="en-US" dirty="0"/>
              <a:t>slightly less compatible across browsers </a:t>
            </a:r>
          </a:p>
          <a:p>
            <a:pPr lvl="1"/>
            <a:r>
              <a:rPr lang="en-US" dirty="0"/>
              <a:t>not standard, only supported in one rendering engine (don’t ask, no clue)</a:t>
            </a:r>
          </a:p>
          <a:p>
            <a:pPr lvl="1"/>
            <a:r>
              <a:rPr lang="en-US" dirty="0"/>
              <a:t>requires stream support by server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054624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378322-248A-5D31-8162-4C93055B9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WebTransport</a:t>
            </a:r>
            <a:endParaRPr lang="de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738EC9-4514-5A58-DFE3-07682EB31E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advantages: </a:t>
            </a:r>
          </a:p>
          <a:p>
            <a:pPr lvl="1"/>
            <a:r>
              <a:rPr lang="en-US" dirty="0"/>
              <a:t>supports backpressure </a:t>
            </a:r>
          </a:p>
          <a:p>
            <a:pPr lvl="1"/>
            <a:r>
              <a:rPr lang="en-US" dirty="0"/>
              <a:t>supports transfer of multiple data types </a:t>
            </a:r>
            <a:r>
              <a:rPr lang="en-US" dirty="0" err="1"/>
              <a:t>simultanously</a:t>
            </a:r>
            <a:r>
              <a:rPr lang="en-US" dirty="0"/>
              <a:t> (different channels, one connection) </a:t>
            </a:r>
          </a:p>
          <a:p>
            <a:pPr lvl="1"/>
            <a:r>
              <a:rPr lang="en-US" dirty="0"/>
              <a:t>supports reliable and unreliable data transfer </a:t>
            </a:r>
            <a:r>
              <a:rPr lang="en-US" dirty="0" err="1"/>
              <a:t>simultanously</a:t>
            </a:r>
            <a:r>
              <a:rPr lang="en-US" dirty="0"/>
              <a:t> (different channels, one connection) </a:t>
            </a:r>
          </a:p>
          <a:p>
            <a:pPr lvl="1"/>
            <a:r>
              <a:rPr lang="en-US" dirty="0"/>
              <a:t>less resource intensive due to QUIC (compared to TCP) </a:t>
            </a:r>
          </a:p>
          <a:p>
            <a:pPr lvl="1"/>
            <a:r>
              <a:rPr lang="en-US" dirty="0"/>
              <a:t>more </a:t>
            </a:r>
            <a:r>
              <a:rPr lang="en-US" dirty="0" err="1"/>
              <a:t>secruity</a:t>
            </a:r>
            <a:r>
              <a:rPr lang="en-US" dirty="0"/>
              <a:t> capabilities </a:t>
            </a:r>
          </a:p>
          <a:p>
            <a:pPr lvl="1"/>
            <a:r>
              <a:rPr lang="en-US" dirty="0"/>
              <a:t>QUIC fixes Head-of-line Blocking (queue of packets is stalled by first packet, due to e.g. out of order delivery) </a:t>
            </a:r>
          </a:p>
          <a:p>
            <a:r>
              <a:rPr lang="en-US" dirty="0"/>
              <a:t>disadvantages: </a:t>
            </a:r>
          </a:p>
          <a:p>
            <a:pPr lvl="1"/>
            <a:r>
              <a:rPr lang="en-US" dirty="0"/>
              <a:t>least compatible across browsers (still more compatible than </a:t>
            </a:r>
            <a:r>
              <a:rPr lang="en-US" dirty="0" err="1"/>
              <a:t>WebSerial</a:t>
            </a:r>
            <a:r>
              <a:rPr lang="en-US" dirty="0"/>
              <a:t> and </a:t>
            </a:r>
            <a:r>
              <a:rPr lang="en-US" dirty="0" err="1"/>
              <a:t>WebUSB</a:t>
            </a:r>
            <a:r>
              <a:rPr lang="en-US" dirty="0"/>
              <a:t>) </a:t>
            </a:r>
          </a:p>
          <a:p>
            <a:pPr lvl="1"/>
            <a:r>
              <a:rPr lang="en-US" dirty="0"/>
              <a:t>requires either HTTP2 (fallback) or QUIC/HTTP3 Support (and possibly stream support) by server - more complex to use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22637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D171CFF-96B3-D933-32DB-08777C8CCE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Other Stuff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5EE52DE1-140A-A83D-50B6-2EAE17317A5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380942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9BDCCD-1212-61D6-380E-A22E594D3D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Frontend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D93CDE-E818-ADDC-7A28-B163415BA3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Websocket Manager (</a:t>
            </a:r>
            <a:r>
              <a:rPr lang="de-DE" dirty="0" err="1"/>
              <a:t>handles</a:t>
            </a:r>
            <a:r>
              <a:rPr lang="de-DE" dirty="0"/>
              <a:t> connect / </a:t>
            </a:r>
            <a:r>
              <a:rPr lang="de-DE" dirty="0" err="1"/>
              <a:t>disconnect</a:t>
            </a:r>
            <a:r>
              <a:rPr lang="de-DE" dirty="0"/>
              <a:t>)</a:t>
            </a:r>
          </a:p>
          <a:p>
            <a:pPr lvl="1"/>
            <a:r>
              <a:rPr lang="de-DE" dirty="0" err="1"/>
              <a:t>bidirectional</a:t>
            </a:r>
            <a:r>
              <a:rPr lang="de-DE" dirty="0"/>
              <a:t> </a:t>
            </a:r>
            <a:r>
              <a:rPr lang="de-DE" dirty="0" err="1"/>
              <a:t>message</a:t>
            </a:r>
            <a:r>
              <a:rPr lang="de-DE" dirty="0"/>
              <a:t> </a:t>
            </a:r>
            <a:r>
              <a:rPr lang="de-DE" dirty="0" err="1"/>
              <a:t>channel</a:t>
            </a:r>
            <a:r>
              <a:rPr lang="de-DE" dirty="0"/>
              <a:t> to</a:t>
            </a:r>
          </a:p>
          <a:p>
            <a:r>
              <a:rPr lang="de-DE" dirty="0"/>
              <a:t>Device Manager (</a:t>
            </a:r>
            <a:r>
              <a:rPr lang="de-DE" dirty="0" err="1"/>
              <a:t>handles</a:t>
            </a:r>
            <a:r>
              <a:rPr lang="de-DE" dirty="0"/>
              <a:t> DNRs)</a:t>
            </a:r>
          </a:p>
          <a:p>
            <a:pPr lvl="1"/>
            <a:r>
              <a:rPr lang="de-DE" dirty="0" err="1"/>
              <a:t>calls</a:t>
            </a:r>
            <a:r>
              <a:rPr lang="de-DE" dirty="0"/>
              <a:t> Device </a:t>
            </a:r>
            <a:r>
              <a:rPr lang="de-DE" dirty="0" err="1"/>
              <a:t>functions</a:t>
            </a:r>
            <a:r>
              <a:rPr lang="de-DE" dirty="0"/>
              <a:t> (</a:t>
            </a:r>
            <a:r>
              <a:rPr lang="de-DE" dirty="0" err="1"/>
              <a:t>dispatch</a:t>
            </a:r>
            <a:r>
              <a:rPr lang="de-DE" dirty="0"/>
              <a:t> </a:t>
            </a:r>
            <a:r>
              <a:rPr lang="de-DE" dirty="0" err="1"/>
              <a:t>messages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Device </a:t>
            </a:r>
            <a:r>
              <a:rPr lang="de-DE" dirty="0" err="1"/>
              <a:t>answers</a:t>
            </a:r>
            <a:r>
              <a:rPr lang="de-DE" dirty="0"/>
              <a:t> on a </a:t>
            </a:r>
            <a:r>
              <a:rPr lang="de-DE" dirty="0" err="1"/>
              <a:t>shared</a:t>
            </a:r>
            <a:r>
              <a:rPr lang="de-DE" dirty="0"/>
              <a:t> </a:t>
            </a:r>
            <a:r>
              <a:rPr lang="de-DE" dirty="0" err="1"/>
              <a:t>channel</a:t>
            </a:r>
            <a:r>
              <a:rPr lang="de-DE" dirty="0"/>
              <a:t> to Device Manager</a:t>
            </a:r>
          </a:p>
          <a:p>
            <a:endParaRPr lang="de-DE" dirty="0"/>
          </a:p>
          <a:p>
            <a:r>
              <a:rPr lang="de-DE" dirty="0"/>
              <a:t>Device Manager </a:t>
            </a:r>
            <a:r>
              <a:rPr lang="de-DE" dirty="0" err="1"/>
              <a:t>could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merged</a:t>
            </a:r>
            <a:r>
              <a:rPr lang="de-DE" dirty="0"/>
              <a:t> Websocket Manager</a:t>
            </a:r>
          </a:p>
        </p:txBody>
      </p:sp>
    </p:spTree>
    <p:extLst>
      <p:ext uri="{BB962C8B-B14F-4D97-AF65-F5344CB8AC3E}">
        <p14:creationId xmlns:p14="http://schemas.microsoft.com/office/powerpoint/2010/main" val="2298530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5E36D1-C019-75FD-E0E4-78BE8BC39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Shell Proxy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A1F7B6-B7B7-5C35-3D87-511D021C93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started</a:t>
            </a:r>
            <a:r>
              <a:rPr lang="de-DE" dirty="0"/>
              <a:t> </a:t>
            </a:r>
            <a:r>
              <a:rPr lang="de-DE" dirty="0" err="1"/>
              <a:t>abstractions</a:t>
            </a:r>
            <a:r>
              <a:rPr lang="de-DE" dirty="0"/>
              <a:t> (</a:t>
            </a:r>
            <a:r>
              <a:rPr lang="de-DE" dirty="0" err="1"/>
              <a:t>maintainance</a:t>
            </a:r>
            <a:r>
              <a:rPr lang="de-DE" dirty="0"/>
              <a:t>)</a:t>
            </a:r>
          </a:p>
          <a:p>
            <a:r>
              <a:rPr lang="de-DE" dirty="0" err="1"/>
              <a:t>completely</a:t>
            </a:r>
            <a:r>
              <a:rPr lang="de-DE" dirty="0"/>
              <a:t> </a:t>
            </a:r>
            <a:r>
              <a:rPr lang="de-DE" dirty="0" err="1"/>
              <a:t>broken</a:t>
            </a:r>
            <a:r>
              <a:rPr lang="de-DE" dirty="0"/>
              <a:t> </a:t>
            </a:r>
            <a:r>
              <a:rPr lang="de-DE" dirty="0" err="1"/>
              <a:t>now</a:t>
            </a:r>
            <a:r>
              <a:rPr lang="de-DE" dirty="0"/>
              <a:t> – </a:t>
            </a:r>
            <a:r>
              <a:rPr lang="de-DE" dirty="0" err="1"/>
              <a:t>yay</a:t>
            </a:r>
            <a:endParaRPr lang="de-DE" dirty="0"/>
          </a:p>
          <a:p>
            <a:endParaRPr lang="de-DE" dirty="0"/>
          </a:p>
          <a:p>
            <a:r>
              <a:rPr lang="de-DE" dirty="0" err="1"/>
              <a:t>python</a:t>
            </a:r>
            <a:r>
              <a:rPr lang="de-DE" dirty="0"/>
              <a:t> </a:t>
            </a:r>
            <a:r>
              <a:rPr lang="de-DE" dirty="0" err="1"/>
              <a:t>prompt_toolkit</a:t>
            </a:r>
            <a:endParaRPr lang="de-DE" dirty="0"/>
          </a:p>
          <a:p>
            <a:pPr lvl="1"/>
            <a:r>
              <a:rPr lang="de-DE" dirty="0" err="1"/>
              <a:t>allows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bash input </a:t>
            </a:r>
            <a:r>
              <a:rPr lang="de-DE" dirty="0" err="1"/>
              <a:t>parsing</a:t>
            </a:r>
            <a:endParaRPr lang="de-DE" dirty="0"/>
          </a:p>
          <a:p>
            <a:pPr lvl="1"/>
            <a:r>
              <a:rPr lang="de-DE" dirty="0" err="1"/>
              <a:t>third</a:t>
            </a:r>
            <a:r>
              <a:rPr lang="de-DE" dirty="0"/>
              <a:t> </a:t>
            </a:r>
            <a:r>
              <a:rPr lang="de-DE" dirty="0" err="1"/>
              <a:t>party</a:t>
            </a:r>
            <a:r>
              <a:rPr lang="de-DE" dirty="0"/>
              <a:t> </a:t>
            </a:r>
            <a:r>
              <a:rPr lang="de-DE" dirty="0" err="1"/>
              <a:t>maintained</a:t>
            </a:r>
            <a:r>
              <a:rPr lang="de-DE" dirty="0"/>
              <a:t> (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effort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RIOT)</a:t>
            </a:r>
          </a:p>
          <a:p>
            <a:pPr lvl="1"/>
            <a:r>
              <a:rPr lang="de-DE" dirty="0" err="1"/>
              <a:t>place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stdI</a:t>
            </a:r>
            <a:r>
              <a:rPr lang="de-DE" dirty="0"/>
              <a:t>/O and </a:t>
            </a:r>
            <a:r>
              <a:rPr lang="de-DE" dirty="0" err="1"/>
              <a:t>pty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MainProcess</a:t>
            </a:r>
            <a:endParaRPr lang="de-DE" dirty="0"/>
          </a:p>
          <a:p>
            <a:pPr lvl="1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359472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573AF-4007-13E5-68E1-4E046836B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Shell Proxy Cases – </a:t>
            </a:r>
            <a:r>
              <a:rPr lang="de-DE" dirty="0" err="1"/>
              <a:t>worst</a:t>
            </a:r>
            <a:r>
              <a:rPr lang="de-DE" dirty="0"/>
              <a:t> to </a:t>
            </a:r>
            <a:r>
              <a:rPr lang="de-DE" dirty="0" err="1"/>
              <a:t>worse</a:t>
            </a:r>
            <a:endParaRPr lang="de-D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B67E84-D87C-CB7C-F18B-873415E7C9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make</a:t>
            </a:r>
            <a:r>
              <a:rPr lang="de-DE" dirty="0"/>
              <a:t> </a:t>
            </a:r>
            <a:r>
              <a:rPr lang="de-DE" dirty="0" err="1"/>
              <a:t>flash</a:t>
            </a:r>
            <a:r>
              <a:rPr lang="de-DE" dirty="0"/>
              <a:t> // </a:t>
            </a:r>
            <a:r>
              <a:rPr lang="de-DE" dirty="0" err="1"/>
              <a:t>caught</a:t>
            </a:r>
            <a:r>
              <a:rPr lang="de-DE" dirty="0"/>
              <a:t>, </a:t>
            </a:r>
            <a:r>
              <a:rPr lang="de-DE" dirty="0" err="1"/>
              <a:t>np</a:t>
            </a:r>
            <a:endParaRPr lang="de-DE" dirty="0"/>
          </a:p>
          <a:p>
            <a:r>
              <a:rPr lang="en-US" dirty="0"/>
              <a:t>./flash_my_device.sh // </a:t>
            </a:r>
            <a:r>
              <a:rPr lang="en-US" dirty="0" err="1"/>
              <a:t>parsable</a:t>
            </a:r>
            <a:r>
              <a:rPr lang="en-US" dirty="0"/>
              <a:t> with </a:t>
            </a:r>
            <a:r>
              <a:rPr lang="en-US" dirty="0" err="1"/>
              <a:t>ttp</a:t>
            </a:r>
            <a:r>
              <a:rPr lang="en-US" dirty="0"/>
              <a:t> libs</a:t>
            </a:r>
          </a:p>
          <a:p>
            <a:r>
              <a:rPr lang="en-US" dirty="0"/>
              <a:t>#!bash: return make flash PORT=/null // special case</a:t>
            </a:r>
          </a:p>
          <a:p>
            <a:r>
              <a:rPr lang="en-US" dirty="0"/>
              <a:t>log = $(make flash PORT=</a:t>
            </a:r>
            <a:r>
              <a:rPr lang="en-US" dirty="0" err="1"/>
              <a:t>smth</a:t>
            </a:r>
            <a:r>
              <a:rPr lang="en-US" dirty="0"/>
              <a:t>)</a:t>
            </a:r>
          </a:p>
          <a:p>
            <a:r>
              <a:rPr lang="en-US" dirty="0"/>
              <a:t>make flash PORT=</a:t>
            </a:r>
            <a:r>
              <a:rPr lang="en-US" dirty="0" err="1"/>
              <a:t>smth</a:t>
            </a:r>
            <a:r>
              <a:rPr lang="en-US" dirty="0"/>
              <a:t> 1&gt; log.txt 2&gt; err.txt</a:t>
            </a:r>
          </a:p>
          <a:p>
            <a:r>
              <a:rPr lang="en-US" dirty="0"/>
              <a:t>./flash_my_dev.py</a:t>
            </a:r>
          </a:p>
          <a:p>
            <a:pPr lvl="1"/>
            <a:r>
              <a:rPr lang="en-US" dirty="0" err="1"/>
              <a:t>os.run</a:t>
            </a:r>
            <a:r>
              <a:rPr lang="en-US" dirty="0"/>
              <a:t>("make flash") // invoke default shell -&gt; Shell Proxy -&gt; np</a:t>
            </a:r>
          </a:p>
          <a:p>
            <a:r>
              <a:rPr lang="en-US" dirty="0"/>
              <a:t>worst case: fork, invoke your own shell, </a:t>
            </a:r>
            <a:r>
              <a:rPr lang="en-US" dirty="0" err="1"/>
              <a:t>pty</a:t>
            </a:r>
            <a:r>
              <a:rPr lang="en-US" dirty="0"/>
              <a:t>, run (active jailbreak)</a:t>
            </a:r>
          </a:p>
          <a:p>
            <a:endParaRPr lang="en-US" dirty="0"/>
          </a:p>
          <a:p>
            <a:endParaRPr lang="en-US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48791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88263-64D1-1762-6A87-21ADD46818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Adafruit Feather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938C64-F325-68B7-153F-D78759CF2C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notes on </a:t>
            </a:r>
            <a:r>
              <a:rPr lang="en-US" dirty="0" err="1"/>
              <a:t>adafruit</a:t>
            </a:r>
            <a:r>
              <a:rPr lang="en-US" dirty="0"/>
              <a:t> feather web flash:</a:t>
            </a:r>
          </a:p>
          <a:p>
            <a:pPr lvl="1"/>
            <a:r>
              <a:rPr lang="en-US" dirty="0"/>
              <a:t>different feathers use different chips (Esp32, Arm Cortex MX, </a:t>
            </a:r>
            <a:r>
              <a:rPr lang="en-US" dirty="0" err="1"/>
              <a:t>nrfX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our one uses </a:t>
            </a:r>
            <a:r>
              <a:rPr lang="en-US" dirty="0" err="1"/>
              <a:t>nrf</a:t>
            </a:r>
            <a:endParaRPr lang="en-US" dirty="0"/>
          </a:p>
          <a:p>
            <a:pPr lvl="1"/>
            <a:r>
              <a:rPr lang="en-US" dirty="0"/>
              <a:t>it has a bootloader -&gt; </a:t>
            </a:r>
            <a:r>
              <a:rPr lang="en-US" dirty="0" err="1"/>
              <a:t>NativeUSB</a:t>
            </a:r>
            <a:r>
              <a:rPr lang="en-US" dirty="0"/>
              <a:t>/</a:t>
            </a:r>
            <a:r>
              <a:rPr lang="en-US" dirty="0" err="1"/>
              <a:t>WebUSB</a:t>
            </a:r>
            <a:endParaRPr lang="en-US" dirty="0"/>
          </a:p>
          <a:p>
            <a:pPr lvl="1"/>
            <a:r>
              <a:rPr lang="en-US" dirty="0" err="1"/>
              <a:t>dapjs</a:t>
            </a:r>
            <a:r>
              <a:rPr lang="en-US" dirty="0"/>
              <a:t> (CMSIS-DAP locally) -&gt; </a:t>
            </a:r>
            <a:r>
              <a:rPr lang="en-US" dirty="0" err="1"/>
              <a:t>ToDo</a:t>
            </a:r>
            <a:r>
              <a:rPr lang="en-US" dirty="0"/>
              <a:t>: look into that</a:t>
            </a:r>
          </a:p>
          <a:p>
            <a:pPr lvl="1"/>
            <a:r>
              <a:rPr lang="en-US" dirty="0" err="1"/>
              <a:t>WebUSB</a:t>
            </a:r>
            <a:r>
              <a:rPr lang="en-US" dirty="0"/>
              <a:t> flasher tool for ARM based systems (</a:t>
            </a:r>
            <a:r>
              <a:rPr lang="en-US" dirty="0" err="1"/>
              <a:t>NativeUSB</a:t>
            </a:r>
            <a:r>
              <a:rPr lang="en-US" dirty="0"/>
              <a:t>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568938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F7351-CCA5-E434-5EFC-14DC04AB23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TODO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03F23C-F97C-B11F-FDA1-CE5746BC92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rework</a:t>
            </a:r>
            <a:r>
              <a:rPr lang="de-DE" dirty="0"/>
              <a:t> </a:t>
            </a:r>
            <a:r>
              <a:rPr lang="de-DE" dirty="0" err="1"/>
              <a:t>protocol</a:t>
            </a:r>
            <a:r>
              <a:rPr lang="de-DE" dirty="0"/>
              <a:t>?</a:t>
            </a:r>
          </a:p>
          <a:p>
            <a:r>
              <a:rPr lang="de-DE" dirty="0" err="1"/>
              <a:t>implement</a:t>
            </a:r>
            <a:endParaRPr lang="de-DE" dirty="0"/>
          </a:p>
          <a:p>
            <a:pPr lvl="1"/>
            <a:r>
              <a:rPr lang="de-DE" dirty="0" err="1"/>
              <a:t>creation</a:t>
            </a:r>
            <a:r>
              <a:rPr lang="de-DE" dirty="0"/>
              <a:t>, </a:t>
            </a:r>
            <a:r>
              <a:rPr lang="de-DE" dirty="0" err="1"/>
              <a:t>parsing</a:t>
            </a:r>
            <a:r>
              <a:rPr lang="de-DE" dirty="0"/>
              <a:t>, </a:t>
            </a:r>
            <a:r>
              <a:rPr lang="de-DE" dirty="0" err="1"/>
              <a:t>handling</a:t>
            </a:r>
            <a:r>
              <a:rPr lang="de-DE" dirty="0"/>
              <a:t> in </a:t>
            </a:r>
            <a:r>
              <a:rPr lang="de-DE" dirty="0" err="1"/>
              <a:t>ShellProxy</a:t>
            </a:r>
            <a:endParaRPr lang="de-DE" dirty="0"/>
          </a:p>
          <a:p>
            <a:pPr lvl="1"/>
            <a:r>
              <a:rPr lang="de-DE" dirty="0" err="1"/>
              <a:t>parsing</a:t>
            </a:r>
            <a:r>
              <a:rPr lang="de-DE" dirty="0"/>
              <a:t> + </a:t>
            </a:r>
            <a:r>
              <a:rPr lang="de-DE" dirty="0" err="1"/>
              <a:t>routing</a:t>
            </a:r>
            <a:r>
              <a:rPr lang="de-DE" dirty="0"/>
              <a:t> in WS </a:t>
            </a:r>
            <a:r>
              <a:rPr lang="de-DE" dirty="0" err="1"/>
              <a:t>relay</a:t>
            </a:r>
            <a:endParaRPr lang="de-DE" dirty="0"/>
          </a:p>
          <a:p>
            <a:pPr lvl="1"/>
            <a:r>
              <a:rPr lang="de-DE" dirty="0" err="1"/>
              <a:t>creation</a:t>
            </a:r>
            <a:r>
              <a:rPr lang="de-DE" dirty="0"/>
              <a:t>, </a:t>
            </a:r>
            <a:r>
              <a:rPr lang="de-DE" dirty="0" err="1"/>
              <a:t>parsing</a:t>
            </a:r>
            <a:r>
              <a:rPr lang="de-DE" dirty="0"/>
              <a:t>, </a:t>
            </a:r>
            <a:r>
              <a:rPr lang="de-DE" dirty="0" err="1"/>
              <a:t>handling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Frontend</a:t>
            </a:r>
          </a:p>
          <a:p>
            <a:r>
              <a:rPr lang="de-DE" dirty="0" err="1"/>
              <a:t>WebTransport</a:t>
            </a:r>
            <a:endParaRPr lang="de-DE" dirty="0"/>
          </a:p>
          <a:p>
            <a:r>
              <a:rPr lang="de-DE" dirty="0"/>
              <a:t>Feather: </a:t>
            </a:r>
            <a:r>
              <a:rPr lang="de-DE" dirty="0" err="1"/>
              <a:t>dapjs</a:t>
            </a:r>
            <a:r>
              <a:rPr lang="de-DE" dirty="0"/>
              <a:t>, </a:t>
            </a:r>
            <a:r>
              <a:rPr lang="de-DE" dirty="0" err="1"/>
              <a:t>further</a:t>
            </a:r>
            <a:r>
              <a:rPr lang="de-DE" dirty="0"/>
              <a:t> </a:t>
            </a:r>
            <a:r>
              <a:rPr lang="de-DE" dirty="0" err="1"/>
              <a:t>investigation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631572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497</Words>
  <Application>Microsoft Office PowerPoint</Application>
  <PresentationFormat>Widescreen</PresentationFormat>
  <Paragraphs>79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Aptos</vt:lpstr>
      <vt:lpstr>Aptos Display</vt:lpstr>
      <vt:lpstr>Arial</vt:lpstr>
      <vt:lpstr>Office Theme</vt:lpstr>
      <vt:lpstr>Week 10</vt:lpstr>
      <vt:lpstr>Protocol</vt:lpstr>
      <vt:lpstr>Connect &amp; Disconnect </vt:lpstr>
      <vt:lpstr>Websocket Server routing</vt:lpstr>
      <vt:lpstr>Link Establishment from ShellProxy</vt:lpstr>
      <vt:lpstr>Link Establishment from Web Extension</vt:lpstr>
      <vt:lpstr>Link Termination from ShellProxy </vt:lpstr>
      <vt:lpstr>Link Termination from Web Extension</vt:lpstr>
      <vt:lpstr>Flash from ShellProxy</vt:lpstr>
      <vt:lpstr>Flash from Web Extension</vt:lpstr>
      <vt:lpstr>Term from ShellProxy </vt:lpstr>
      <vt:lpstr>Term from Web Extension </vt:lpstr>
      <vt:lpstr>WebSockets</vt:lpstr>
      <vt:lpstr>Websocket</vt:lpstr>
      <vt:lpstr>WebsocketStream</vt:lpstr>
      <vt:lpstr>WebTransport</vt:lpstr>
      <vt:lpstr>Other Stuff</vt:lpstr>
      <vt:lpstr>Frontend</vt:lpstr>
      <vt:lpstr>Shell Proxy</vt:lpstr>
      <vt:lpstr>Shell Proxy Cases – worst to worse</vt:lpstr>
      <vt:lpstr>Adafruit Feather</vt:lpstr>
      <vt:lpstr>TODO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cheater 78</dc:creator>
  <cp:lastModifiedBy>cheater 78</cp:lastModifiedBy>
  <cp:revision>16</cp:revision>
  <dcterms:created xsi:type="dcterms:W3CDTF">2025-12-08T15:10:18Z</dcterms:created>
  <dcterms:modified xsi:type="dcterms:W3CDTF">2026-01-30T16:28:54Z</dcterms:modified>
</cp:coreProperties>
</file>