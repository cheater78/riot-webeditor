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70" r:id="rId4"/>
    <p:sldId id="279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82" r:id="rId14"/>
    <p:sldId id="267" r:id="rId15"/>
    <p:sldId id="268" r:id="rId16"/>
    <p:sldId id="269" r:id="rId17"/>
    <p:sldId id="284" r:id="rId18"/>
    <p:sldId id="285" r:id="rId19"/>
    <p:sldId id="265" r:id="rId20"/>
    <p:sldId id="280" r:id="rId21"/>
    <p:sldId id="281" r:id="rId22"/>
    <p:sldId id="266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E240-505D-8409-7D9B-17E4FEC1A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01F66-932B-0A26-6E62-E17EC9D46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8E177-AA30-A3CD-DFCD-5227BFC64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3C5A6-703D-FCA3-13F3-C841EAF7C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997C-868D-57AF-AD43-1D545EBE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7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36C9-633D-35C1-289B-7F5684ED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C7682-6FBC-A1D2-CF0D-A27ABE036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94FCE-CD87-4043-A978-93716621B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15C84-050A-A5FA-DBEA-BECF22681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016B9-8A29-C579-781F-D6757F02D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5801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37E44-EEAA-1168-CB0C-C6402F09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7B6CF-7E1D-0FF9-3683-A67117E33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7FFB6-1D72-BF8A-6619-541FEF89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DA7F6-47F2-5E39-0C55-9F8026074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E5C56-40B8-098A-182B-CFFCD20A5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79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10A2-60C8-B404-8528-1878023FC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6626B-6F7D-C800-9F4D-0B3E29129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04BE1-50A7-687C-1B1C-93415C2A4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6239D-5C9B-073F-400C-5A3BFDED6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DFE75-AAF6-DB12-460E-9F0F8159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FB734-1422-1EB4-3451-E4AF7F02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3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EC23-5F2C-C0E7-398A-B67C2C90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E7AB0-DDB0-1FEF-9B72-E372F036F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B5674-F070-5239-479C-798961448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8F39FA-EAAC-4594-65F4-28757B360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98C2C2-94E9-B425-9D5C-0F695FA01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0D492-2078-8D00-706C-7FE6B7B5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E1D01-C19D-3F97-249F-467199C48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AD4AEE-C722-1CEB-BB2C-674B67E6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53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13C0D-98EE-E687-BD25-F08D9CEC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48BC9-A1E0-9E0E-DBEA-0ABAE8FD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CE590-9375-BBE1-C60F-653C714A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8E4BE-54F9-5D5F-2BCD-E88D451B1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79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7BAAC5-179C-FAC4-1776-9FD0FF22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FC8D8-701C-2415-212B-81A4192BE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90575-5241-30CB-491D-B2059231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048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7EAD-5381-6E55-83B5-78927D2EF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5DED2-8DF6-7728-B519-71EF344A1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F3171-9E39-14F0-688E-6E3374879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FDB75-B957-5657-9D9B-4A015734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76806-8210-8E6E-0471-CD172784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0035F-2138-0C41-DE6A-67D8EFC7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72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7233-95CD-A98C-E563-008F17CF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4C9A4D-E3F5-FBEA-F439-5285E0076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933E5-736E-6FF6-538B-B9BB29F94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FFC95-E2C1-E336-D1F8-29C92E134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EDED1-61E9-D5C1-B523-586F6D08B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CF440-B716-E2C7-CA48-FBC05F541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3427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4230-9142-9D36-6909-31778958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15331-829E-20E7-97BA-FBACE1641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F7B5C-02CD-2276-C1A9-EDE6EB5D8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7FA7-C017-08DB-6817-4C95C8D4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080A-D744-8040-00BC-F0C2451D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3793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8663B1-3CCB-42CB-52A9-3844AF564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11FD0-5F6D-0684-F314-CBEEC6FFF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B06C7-5684-A5AB-600B-A1FE7F6E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6BF8-532B-4151-84A3-AC127562CCF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F0445-72C9-50D2-FE95-4ACDC643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3DB8C-AB60-00E7-C5E3-E7F265AEB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96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1E0E5-91B3-5FD9-0888-D98BDE14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31379-F9E8-6C40-093B-EAF3E266E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0F117-0A7C-236F-8D26-93E632F24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36BF8-532B-4151-84A3-AC127562CCF5}" type="datetimeFigureOut">
              <a:rPr lang="de-DE" smtClean="0"/>
              <a:t>19.01.2026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EC340-19D1-1B39-EC7C-3C65775C9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076C4-FC97-1005-593C-E4FBCC112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347D2-FCF4-4734-9FE2-65F517431D9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733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CEA2-876F-00F8-E7EA-A10DD267BA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Week 09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1F708-C730-AFAC-5A7B-762C403F63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Mission Impossible: GHOST Protocol</a:t>
            </a:r>
          </a:p>
        </p:txBody>
      </p:sp>
    </p:spTree>
    <p:extLst>
      <p:ext uri="{BB962C8B-B14F-4D97-AF65-F5344CB8AC3E}">
        <p14:creationId xmlns:p14="http://schemas.microsoft.com/office/powerpoint/2010/main" val="287588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27B5E-E102-E513-CFD4-2AAAB6D8D6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Protocol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C9F91D2-83BE-D60A-7F25-2595F43ACC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279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3F1D6-1A84-258F-1746-2641D7738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Connect &amp; </a:t>
            </a:r>
            <a:r>
              <a:rPr lang="de-DE" dirty="0" err="1"/>
              <a:t>Disconnect</a:t>
            </a:r>
            <a:r>
              <a:rPr lang="de-DE" dirty="0"/>
              <a:t>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53A8A79-82AD-A544-3275-025E6F1653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7637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963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106A2-BDCA-E54D-E041-87DB7AB3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Websocket Server </a:t>
            </a:r>
            <a:r>
              <a:rPr lang="de-DE" dirty="0" err="1"/>
              <a:t>routing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EDC5E7-19BE-BF51-7CA3-23FA167BE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70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00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AC8C-2143-A2DB-F35B-730ECA12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 Establishment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ShellProxy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C58238-2F03-4E76-46F8-EA3C9D757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7332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93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CD08-BF65-4E2B-CB7B-4351D6189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Establishment from Web Extension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5EEF4F-0DE9-BC48-0897-D358FF91A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3535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86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DCF78-1713-552C-3975-7FCFCEF5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 Termination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ShellProxy</a:t>
            </a:r>
            <a:r>
              <a:rPr lang="de-DE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3306DE-60A7-8B27-9EB8-D5EABDE76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5548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80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8CDC-284D-7B28-D5C4-873B8BE74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Termination from Web Extension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F4E87A-67B7-E571-BB1C-10DCBC5EA6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9924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660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705D7-59F4-0BC6-B72D-5398B040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Flash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ShellProxy</a:t>
            </a:r>
            <a:endParaRPr lang="de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571F4C-B3D1-5BE9-0A17-4E433C84B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2857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742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756E-DEE7-00B3-0278-7EF983355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Flash </a:t>
            </a:r>
            <a:r>
              <a:rPr lang="de-DE" dirty="0" err="1"/>
              <a:t>from</a:t>
            </a:r>
            <a:r>
              <a:rPr lang="de-DE" dirty="0"/>
              <a:t> Web Extension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DEC6A6-20C8-D3FF-7ADD-CB8D64E629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4735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849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F50F-E68A-801C-57B4-781B9CB65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Term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ShellProxy</a:t>
            </a:r>
            <a:r>
              <a:rPr lang="de-DE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1A6C70-735E-C56A-2FB3-A2DE2BF2D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7992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699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03FBF-A35B-0FCC-4212-EFF5AB9FD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Term </a:t>
            </a:r>
            <a:r>
              <a:rPr lang="de-DE" dirty="0" err="1"/>
              <a:t>from</a:t>
            </a:r>
            <a:r>
              <a:rPr lang="de-DE" dirty="0"/>
              <a:t> Web Extension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1EA356-3F42-17B5-68A8-A35A4EF3D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7519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22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D5287D-45B4-08FF-07A7-7C64AD93CD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WebSockets</a:t>
            </a:r>
            <a:endParaRPr lang="de-DE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807EC78-CDF8-FBAF-F987-610529085B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219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90991-A9ED-0232-2EBE-321605DAE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9C14E-20E9-AB75-FB72-A092926D3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most compatible across browsers</a:t>
            </a:r>
          </a:p>
          <a:p>
            <a:r>
              <a:rPr lang="en-US" dirty="0"/>
              <a:t>disadvantages: </a:t>
            </a:r>
          </a:p>
          <a:p>
            <a:pPr lvl="1"/>
            <a:r>
              <a:rPr lang="en-US" dirty="0"/>
              <a:t>no backpressure support (the ability to signal a high load to stall data transfer) </a:t>
            </a:r>
            <a:br>
              <a:rPr lang="en-US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0090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CAA1-1C22-C0F2-EA31-1A3E1DC7C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WebsocketStream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47D8A-A069-4340-4CFF-3C931B689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advantages: </a:t>
            </a:r>
          </a:p>
          <a:p>
            <a:pPr lvl="1"/>
            <a:r>
              <a:rPr lang="en-US" dirty="0"/>
              <a:t>supports backpressure (uses streams)</a:t>
            </a:r>
          </a:p>
          <a:p>
            <a:r>
              <a:rPr lang="en-US" dirty="0"/>
              <a:t>disadvantages: </a:t>
            </a:r>
          </a:p>
          <a:p>
            <a:pPr lvl="1"/>
            <a:r>
              <a:rPr lang="en-US" dirty="0"/>
              <a:t>slightly less compatible across browsers </a:t>
            </a:r>
          </a:p>
          <a:p>
            <a:pPr lvl="1"/>
            <a:r>
              <a:rPr lang="en-US" dirty="0"/>
              <a:t>not standard, only supported in one rendering engine (don’t ask, no clue)</a:t>
            </a:r>
          </a:p>
          <a:p>
            <a:pPr lvl="1"/>
            <a:r>
              <a:rPr lang="en-US" dirty="0"/>
              <a:t>requires stream support by server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5462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78322-248A-5D31-8162-4C93055B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WebTransport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38EC9-4514-5A58-DFE3-07682EB31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advantages: </a:t>
            </a:r>
          </a:p>
          <a:p>
            <a:pPr lvl="1"/>
            <a:r>
              <a:rPr lang="en-US" dirty="0"/>
              <a:t>supports backpressure </a:t>
            </a:r>
          </a:p>
          <a:p>
            <a:pPr lvl="1"/>
            <a:r>
              <a:rPr lang="en-US" dirty="0"/>
              <a:t>supports transfer of multiple data types </a:t>
            </a:r>
            <a:r>
              <a:rPr lang="en-US" dirty="0" err="1"/>
              <a:t>simultanously</a:t>
            </a:r>
            <a:r>
              <a:rPr lang="en-US" dirty="0"/>
              <a:t> (different channels, one connection) </a:t>
            </a:r>
          </a:p>
          <a:p>
            <a:pPr lvl="1"/>
            <a:r>
              <a:rPr lang="en-US" dirty="0"/>
              <a:t>supports reliable and unreliable data transfer </a:t>
            </a:r>
            <a:r>
              <a:rPr lang="en-US" dirty="0" err="1"/>
              <a:t>simultanously</a:t>
            </a:r>
            <a:r>
              <a:rPr lang="en-US" dirty="0"/>
              <a:t> (different channels, one connection) </a:t>
            </a:r>
          </a:p>
          <a:p>
            <a:pPr lvl="1"/>
            <a:r>
              <a:rPr lang="en-US" dirty="0"/>
              <a:t>less resource intensive due to QUIC (compared to TCP) </a:t>
            </a:r>
          </a:p>
          <a:p>
            <a:pPr lvl="1"/>
            <a:r>
              <a:rPr lang="en-US" dirty="0"/>
              <a:t>more </a:t>
            </a:r>
            <a:r>
              <a:rPr lang="en-US" dirty="0" err="1"/>
              <a:t>secruity</a:t>
            </a:r>
            <a:r>
              <a:rPr lang="en-US" dirty="0"/>
              <a:t> capabilities </a:t>
            </a:r>
          </a:p>
          <a:p>
            <a:pPr lvl="1"/>
            <a:r>
              <a:rPr lang="en-US" dirty="0"/>
              <a:t>QUIC fixes Head-of-line Blocking (queue of packets is stalled by first packet, due to e.g. out of order delivery) </a:t>
            </a:r>
          </a:p>
          <a:p>
            <a:r>
              <a:rPr lang="en-US" dirty="0"/>
              <a:t>disadvantages: </a:t>
            </a:r>
          </a:p>
          <a:p>
            <a:pPr lvl="1"/>
            <a:r>
              <a:rPr lang="en-US" dirty="0"/>
              <a:t>least compatible across browsers (still more compatible than </a:t>
            </a:r>
            <a:r>
              <a:rPr lang="en-US" dirty="0" err="1"/>
              <a:t>WebSerial</a:t>
            </a:r>
            <a:r>
              <a:rPr lang="en-US" dirty="0"/>
              <a:t> and </a:t>
            </a:r>
            <a:r>
              <a:rPr lang="en-US" dirty="0" err="1"/>
              <a:t>WebUSB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requires either HTTP2 (fallback) or QUIC/HTTP3 Support (and possibly stream support) by server - more complex to use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2263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171CFF-96B3-D933-32DB-08777C8CCE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Other Stuff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EE52DE1-140A-A83D-50B6-2EAE17317A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8094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BDCCD-1212-61D6-380E-A22E594D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Frontend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93CDE-E818-ADDC-7A28-B163415BA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Websocket Manager (</a:t>
            </a:r>
            <a:r>
              <a:rPr lang="de-DE" dirty="0" err="1"/>
              <a:t>handles</a:t>
            </a:r>
            <a:r>
              <a:rPr lang="de-DE" dirty="0"/>
              <a:t> connect / </a:t>
            </a:r>
            <a:r>
              <a:rPr lang="de-DE" dirty="0" err="1"/>
              <a:t>disconnect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bidirectional</a:t>
            </a:r>
            <a:r>
              <a:rPr lang="de-DE" dirty="0"/>
              <a:t> </a:t>
            </a:r>
            <a:r>
              <a:rPr lang="de-DE" dirty="0" err="1"/>
              <a:t>message</a:t>
            </a:r>
            <a:r>
              <a:rPr lang="de-DE" dirty="0"/>
              <a:t> </a:t>
            </a:r>
            <a:r>
              <a:rPr lang="de-DE" dirty="0" err="1"/>
              <a:t>channel</a:t>
            </a:r>
            <a:r>
              <a:rPr lang="de-DE" dirty="0"/>
              <a:t> to</a:t>
            </a:r>
          </a:p>
          <a:p>
            <a:r>
              <a:rPr lang="de-DE" dirty="0"/>
              <a:t>Device Manager (</a:t>
            </a:r>
            <a:r>
              <a:rPr lang="de-DE" dirty="0" err="1"/>
              <a:t>handles</a:t>
            </a:r>
            <a:r>
              <a:rPr lang="de-DE" dirty="0"/>
              <a:t> DNRs)</a:t>
            </a:r>
          </a:p>
          <a:p>
            <a:pPr lvl="1"/>
            <a:r>
              <a:rPr lang="de-DE" dirty="0" err="1"/>
              <a:t>calls</a:t>
            </a:r>
            <a:r>
              <a:rPr lang="de-DE" dirty="0"/>
              <a:t> Device </a:t>
            </a:r>
            <a:r>
              <a:rPr lang="de-DE" dirty="0" err="1"/>
              <a:t>functions</a:t>
            </a:r>
            <a:r>
              <a:rPr lang="de-DE" dirty="0"/>
              <a:t> (</a:t>
            </a:r>
            <a:r>
              <a:rPr lang="de-DE" dirty="0" err="1"/>
              <a:t>dispatch</a:t>
            </a:r>
            <a:r>
              <a:rPr lang="de-DE" dirty="0"/>
              <a:t> </a:t>
            </a:r>
            <a:r>
              <a:rPr lang="de-DE" dirty="0" err="1"/>
              <a:t>messages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Device </a:t>
            </a:r>
            <a:r>
              <a:rPr lang="de-DE" dirty="0" err="1"/>
              <a:t>answers</a:t>
            </a:r>
            <a:r>
              <a:rPr lang="de-DE" dirty="0"/>
              <a:t> on a </a:t>
            </a: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channel</a:t>
            </a:r>
            <a:r>
              <a:rPr lang="de-DE" dirty="0"/>
              <a:t> to Device Manager</a:t>
            </a:r>
          </a:p>
          <a:p>
            <a:endParaRPr lang="de-DE" dirty="0"/>
          </a:p>
          <a:p>
            <a:r>
              <a:rPr lang="de-DE" dirty="0"/>
              <a:t>Device Manager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merged</a:t>
            </a:r>
            <a:r>
              <a:rPr lang="de-DE" dirty="0"/>
              <a:t> Websocket Manager</a:t>
            </a:r>
          </a:p>
        </p:txBody>
      </p:sp>
    </p:spTree>
    <p:extLst>
      <p:ext uri="{BB962C8B-B14F-4D97-AF65-F5344CB8AC3E}">
        <p14:creationId xmlns:p14="http://schemas.microsoft.com/office/powerpoint/2010/main" val="229853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E36D1-C019-75FD-E0E4-78BE8BC39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Shell Proxy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1F7B6-B7B7-5C35-3D87-511D021C9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started</a:t>
            </a:r>
            <a:r>
              <a:rPr lang="de-DE" dirty="0"/>
              <a:t> </a:t>
            </a:r>
            <a:r>
              <a:rPr lang="de-DE" dirty="0" err="1"/>
              <a:t>abstractions</a:t>
            </a:r>
            <a:r>
              <a:rPr lang="de-DE" dirty="0"/>
              <a:t> (</a:t>
            </a:r>
            <a:r>
              <a:rPr lang="de-DE" dirty="0" err="1"/>
              <a:t>maintainance</a:t>
            </a:r>
            <a:r>
              <a:rPr lang="de-DE" dirty="0"/>
              <a:t>)</a:t>
            </a:r>
          </a:p>
          <a:p>
            <a:r>
              <a:rPr lang="de-DE" dirty="0" err="1"/>
              <a:t>completely</a:t>
            </a:r>
            <a:r>
              <a:rPr lang="de-DE" dirty="0"/>
              <a:t> </a:t>
            </a:r>
            <a:r>
              <a:rPr lang="de-DE" dirty="0" err="1"/>
              <a:t>broken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– </a:t>
            </a:r>
            <a:r>
              <a:rPr lang="de-DE" dirty="0" err="1"/>
              <a:t>yay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python</a:t>
            </a:r>
            <a:r>
              <a:rPr lang="de-DE" dirty="0"/>
              <a:t> </a:t>
            </a:r>
            <a:r>
              <a:rPr lang="de-DE" dirty="0" err="1"/>
              <a:t>prompt_toolkit</a:t>
            </a:r>
            <a:endParaRPr lang="de-DE" dirty="0"/>
          </a:p>
          <a:p>
            <a:pPr lvl="1"/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bash input </a:t>
            </a:r>
            <a:r>
              <a:rPr lang="de-DE" dirty="0" err="1"/>
              <a:t>parsing</a:t>
            </a:r>
            <a:endParaRPr lang="de-DE" dirty="0"/>
          </a:p>
          <a:p>
            <a:pPr lvl="1"/>
            <a:r>
              <a:rPr lang="de-DE" dirty="0" err="1"/>
              <a:t>third</a:t>
            </a:r>
            <a:r>
              <a:rPr lang="de-DE" dirty="0"/>
              <a:t> </a:t>
            </a:r>
            <a:r>
              <a:rPr lang="de-DE" dirty="0" err="1"/>
              <a:t>party</a:t>
            </a:r>
            <a:r>
              <a:rPr lang="de-DE" dirty="0"/>
              <a:t> </a:t>
            </a:r>
            <a:r>
              <a:rPr lang="de-DE" dirty="0" err="1"/>
              <a:t>maintained</a:t>
            </a:r>
            <a:r>
              <a:rPr lang="de-DE" dirty="0"/>
              <a:t> (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effort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RIOT)</a:t>
            </a:r>
          </a:p>
          <a:p>
            <a:pPr lvl="1"/>
            <a:r>
              <a:rPr lang="de-DE" dirty="0" err="1"/>
              <a:t>place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stdI</a:t>
            </a:r>
            <a:r>
              <a:rPr lang="de-DE" dirty="0"/>
              <a:t>/O and </a:t>
            </a:r>
            <a:r>
              <a:rPr lang="de-DE" dirty="0" err="1"/>
              <a:t>pty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MainProcess</a:t>
            </a:r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5947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573AF-4007-13E5-68E1-4E046836B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Shell Proxy Cases – </a:t>
            </a:r>
            <a:r>
              <a:rPr lang="de-DE" dirty="0" err="1"/>
              <a:t>worst</a:t>
            </a:r>
            <a:r>
              <a:rPr lang="de-DE" dirty="0"/>
              <a:t> to </a:t>
            </a:r>
            <a:r>
              <a:rPr lang="de-DE" dirty="0" err="1"/>
              <a:t>worse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67E84-D87C-CB7C-F18B-873415E7C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flash</a:t>
            </a:r>
            <a:r>
              <a:rPr lang="de-DE" dirty="0"/>
              <a:t> // </a:t>
            </a:r>
            <a:r>
              <a:rPr lang="de-DE" dirty="0" err="1"/>
              <a:t>caught</a:t>
            </a:r>
            <a:r>
              <a:rPr lang="de-DE" dirty="0"/>
              <a:t>, </a:t>
            </a:r>
            <a:r>
              <a:rPr lang="de-DE" dirty="0" err="1"/>
              <a:t>np</a:t>
            </a:r>
            <a:endParaRPr lang="de-DE" dirty="0"/>
          </a:p>
          <a:p>
            <a:r>
              <a:rPr lang="en-US" dirty="0"/>
              <a:t>./flash_my_device.sh // </a:t>
            </a:r>
            <a:r>
              <a:rPr lang="en-US" dirty="0" err="1"/>
              <a:t>parsable</a:t>
            </a:r>
            <a:r>
              <a:rPr lang="en-US" dirty="0"/>
              <a:t> with </a:t>
            </a:r>
            <a:r>
              <a:rPr lang="en-US" dirty="0" err="1"/>
              <a:t>ttp</a:t>
            </a:r>
            <a:r>
              <a:rPr lang="en-US" dirty="0"/>
              <a:t> libs</a:t>
            </a:r>
          </a:p>
          <a:p>
            <a:r>
              <a:rPr lang="en-US" dirty="0"/>
              <a:t>#!bash: return make flash PORT=/null // special case</a:t>
            </a:r>
          </a:p>
          <a:p>
            <a:r>
              <a:rPr lang="en-US" dirty="0"/>
              <a:t>log = $(make flash PORT=</a:t>
            </a:r>
            <a:r>
              <a:rPr lang="en-US" dirty="0" err="1"/>
              <a:t>smth</a:t>
            </a:r>
            <a:r>
              <a:rPr lang="en-US" dirty="0"/>
              <a:t>)</a:t>
            </a:r>
          </a:p>
          <a:p>
            <a:r>
              <a:rPr lang="en-US" dirty="0"/>
              <a:t>make flash PORT=</a:t>
            </a:r>
            <a:r>
              <a:rPr lang="en-US" dirty="0" err="1"/>
              <a:t>smth</a:t>
            </a:r>
            <a:r>
              <a:rPr lang="en-US" dirty="0"/>
              <a:t> 1&gt; log.txt 2&gt; err.txt</a:t>
            </a:r>
          </a:p>
          <a:p>
            <a:r>
              <a:rPr lang="en-US" dirty="0"/>
              <a:t>./flash_my_dev.py</a:t>
            </a:r>
          </a:p>
          <a:p>
            <a:pPr lvl="1"/>
            <a:r>
              <a:rPr lang="en-US" dirty="0" err="1"/>
              <a:t>os.run</a:t>
            </a:r>
            <a:r>
              <a:rPr lang="en-US" dirty="0"/>
              <a:t>("make flash") // invoke default shell -&gt; Shell Proxy -&gt; np</a:t>
            </a:r>
          </a:p>
          <a:p>
            <a:r>
              <a:rPr lang="en-US" dirty="0"/>
              <a:t>worst case: fork, invoke your own shell, </a:t>
            </a:r>
            <a:r>
              <a:rPr lang="en-US" dirty="0" err="1"/>
              <a:t>pty</a:t>
            </a:r>
            <a:r>
              <a:rPr lang="en-US" dirty="0"/>
              <a:t>, run (active jailbreak)</a:t>
            </a:r>
          </a:p>
          <a:p>
            <a:endParaRPr lang="en-US" dirty="0"/>
          </a:p>
          <a:p>
            <a:endParaRPr lang="en-US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879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8263-64D1-1762-6A87-21ADD468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Adafruit Feather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38C64-F325-68B7-153F-D78759CF2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notes on </a:t>
            </a:r>
            <a:r>
              <a:rPr lang="en-US" dirty="0" err="1"/>
              <a:t>adafruit</a:t>
            </a:r>
            <a:r>
              <a:rPr lang="en-US" dirty="0"/>
              <a:t> feather web flash:</a:t>
            </a:r>
          </a:p>
          <a:p>
            <a:pPr lvl="1"/>
            <a:r>
              <a:rPr lang="en-US" dirty="0"/>
              <a:t>different feathers use different chips (Esp32, Arm Cortex MX, </a:t>
            </a:r>
            <a:r>
              <a:rPr lang="en-US" dirty="0" err="1"/>
              <a:t>nrfX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our one uses </a:t>
            </a:r>
            <a:r>
              <a:rPr lang="en-US" dirty="0" err="1"/>
              <a:t>nrf</a:t>
            </a:r>
            <a:endParaRPr lang="en-US" dirty="0"/>
          </a:p>
          <a:p>
            <a:pPr lvl="1"/>
            <a:r>
              <a:rPr lang="en-US" dirty="0"/>
              <a:t>it has a bootloader -&gt; </a:t>
            </a:r>
            <a:r>
              <a:rPr lang="en-US" dirty="0" err="1"/>
              <a:t>NativeUSB</a:t>
            </a:r>
            <a:r>
              <a:rPr lang="en-US" dirty="0"/>
              <a:t>/</a:t>
            </a:r>
            <a:r>
              <a:rPr lang="en-US" dirty="0" err="1"/>
              <a:t>WebUSB</a:t>
            </a:r>
            <a:endParaRPr lang="en-US" dirty="0"/>
          </a:p>
          <a:p>
            <a:pPr lvl="1"/>
            <a:r>
              <a:rPr lang="en-US" dirty="0" err="1"/>
              <a:t>dapjs</a:t>
            </a:r>
            <a:r>
              <a:rPr lang="en-US" dirty="0"/>
              <a:t> (CMSIS-DAP locally) -&gt; </a:t>
            </a:r>
            <a:r>
              <a:rPr lang="en-US" dirty="0" err="1"/>
              <a:t>ToDo</a:t>
            </a:r>
            <a:r>
              <a:rPr lang="en-US" dirty="0"/>
              <a:t>: look into that</a:t>
            </a:r>
          </a:p>
          <a:p>
            <a:pPr lvl="1"/>
            <a:r>
              <a:rPr lang="en-US" dirty="0" err="1"/>
              <a:t>WebUSB</a:t>
            </a:r>
            <a:r>
              <a:rPr lang="en-US" dirty="0"/>
              <a:t> flasher tool for ARM based systems (</a:t>
            </a:r>
            <a:r>
              <a:rPr lang="en-US" dirty="0" err="1"/>
              <a:t>NativeUSB</a:t>
            </a:r>
            <a:r>
              <a:rPr lang="en-US" dirty="0"/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6893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7351-CCA5-E434-5EFC-14DC04AB2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3F23C-F97C-B11F-FDA1-CE5746BC9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rework</a:t>
            </a:r>
            <a:r>
              <a:rPr lang="de-DE" dirty="0"/>
              <a:t> </a:t>
            </a:r>
            <a:r>
              <a:rPr lang="de-DE" dirty="0" err="1"/>
              <a:t>protocol</a:t>
            </a:r>
            <a:r>
              <a:rPr lang="de-DE" dirty="0"/>
              <a:t>?</a:t>
            </a:r>
          </a:p>
          <a:p>
            <a:r>
              <a:rPr lang="de-DE" dirty="0" err="1"/>
              <a:t>implement</a:t>
            </a:r>
            <a:endParaRPr lang="de-DE" dirty="0"/>
          </a:p>
          <a:p>
            <a:pPr lvl="1"/>
            <a:r>
              <a:rPr lang="de-DE" dirty="0" err="1"/>
              <a:t>creation</a:t>
            </a:r>
            <a:r>
              <a:rPr lang="de-DE" dirty="0"/>
              <a:t>, </a:t>
            </a:r>
            <a:r>
              <a:rPr lang="de-DE" dirty="0" err="1"/>
              <a:t>parsing</a:t>
            </a:r>
            <a:r>
              <a:rPr lang="de-DE" dirty="0"/>
              <a:t>, </a:t>
            </a:r>
            <a:r>
              <a:rPr lang="de-DE" dirty="0" err="1"/>
              <a:t>handling</a:t>
            </a:r>
            <a:r>
              <a:rPr lang="de-DE" dirty="0"/>
              <a:t> in </a:t>
            </a:r>
            <a:r>
              <a:rPr lang="de-DE" dirty="0" err="1"/>
              <a:t>ShellProxy</a:t>
            </a:r>
            <a:endParaRPr lang="de-DE" dirty="0"/>
          </a:p>
          <a:p>
            <a:pPr lvl="1"/>
            <a:r>
              <a:rPr lang="de-DE" dirty="0" err="1"/>
              <a:t>parsing</a:t>
            </a:r>
            <a:r>
              <a:rPr lang="de-DE" dirty="0"/>
              <a:t> + </a:t>
            </a:r>
            <a:r>
              <a:rPr lang="de-DE" dirty="0" err="1"/>
              <a:t>routing</a:t>
            </a:r>
            <a:r>
              <a:rPr lang="de-DE" dirty="0"/>
              <a:t> in WS </a:t>
            </a:r>
            <a:r>
              <a:rPr lang="de-DE" dirty="0" err="1"/>
              <a:t>relay</a:t>
            </a:r>
            <a:endParaRPr lang="de-DE" dirty="0"/>
          </a:p>
          <a:p>
            <a:pPr lvl="1"/>
            <a:r>
              <a:rPr lang="de-DE" dirty="0" err="1"/>
              <a:t>creation</a:t>
            </a:r>
            <a:r>
              <a:rPr lang="de-DE" dirty="0"/>
              <a:t>, </a:t>
            </a:r>
            <a:r>
              <a:rPr lang="de-DE" dirty="0" err="1"/>
              <a:t>parsing</a:t>
            </a:r>
            <a:r>
              <a:rPr lang="de-DE" dirty="0"/>
              <a:t>, </a:t>
            </a:r>
            <a:r>
              <a:rPr lang="de-DE" dirty="0" err="1"/>
              <a:t>handling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Frontend</a:t>
            </a:r>
          </a:p>
          <a:p>
            <a:r>
              <a:rPr lang="de-DE" dirty="0" err="1"/>
              <a:t>WebTransport</a:t>
            </a:r>
            <a:endParaRPr lang="de-DE" dirty="0"/>
          </a:p>
          <a:p>
            <a:r>
              <a:rPr lang="de-DE" dirty="0"/>
              <a:t>Feather: </a:t>
            </a:r>
            <a:r>
              <a:rPr lang="de-DE" dirty="0" err="1"/>
              <a:t>dapjs</a:t>
            </a:r>
            <a:r>
              <a:rPr lang="de-DE" dirty="0"/>
              <a:t>,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investigation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3157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Widescreen</PresentationFormat>
  <Paragraphs>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Week 09</vt:lpstr>
      <vt:lpstr>Protocol</vt:lpstr>
      <vt:lpstr>Connect &amp; Disconnect </vt:lpstr>
      <vt:lpstr>Websocket Server routing</vt:lpstr>
      <vt:lpstr>Link Establishment from ShellProxy</vt:lpstr>
      <vt:lpstr>Link Establishment from Web Extension</vt:lpstr>
      <vt:lpstr>Link Termination from ShellProxy </vt:lpstr>
      <vt:lpstr>Link Termination from Web Extension</vt:lpstr>
      <vt:lpstr>Flash from ShellProxy</vt:lpstr>
      <vt:lpstr>Flash from Web Extension</vt:lpstr>
      <vt:lpstr>Term from ShellProxy </vt:lpstr>
      <vt:lpstr>Term from Web Extension </vt:lpstr>
      <vt:lpstr>WebSockets</vt:lpstr>
      <vt:lpstr>Websocket</vt:lpstr>
      <vt:lpstr>WebsocketStream</vt:lpstr>
      <vt:lpstr>WebTransport</vt:lpstr>
      <vt:lpstr>Other Stuff</vt:lpstr>
      <vt:lpstr>Frontend</vt:lpstr>
      <vt:lpstr>Shell Proxy</vt:lpstr>
      <vt:lpstr>Shell Proxy Cases – worst to worse</vt:lpstr>
      <vt:lpstr>Adafruit Feather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cheater 78</dc:creator>
  <cp:lastModifiedBy>cheater 78</cp:lastModifiedBy>
  <cp:revision>15</cp:revision>
  <dcterms:created xsi:type="dcterms:W3CDTF">2025-12-08T15:10:18Z</dcterms:created>
  <dcterms:modified xsi:type="dcterms:W3CDTF">2026-01-19T17:35:40Z</dcterms:modified>
</cp:coreProperties>
</file>