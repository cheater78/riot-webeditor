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DD0F66-FB24-4737-A101-12C9ED4D51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9EAECB-4CBC-4ACE-9E22-E56FC9BDFF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ABE887F-9420-42D2-817E-CDEBBF8974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28E9AE4-480C-4618-8FCB-579B346FCE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454FBD1-4E81-4B66-AFE8-294DF45CF3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A5D6B7A-663E-4E5F-AD01-25018489D8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8CD025E-EA3C-45C9-8A22-89A9F9A577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6DD6BCA-029F-48FC-86DB-8CE893669B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9406690-C51A-48C2-865E-02454C1E16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F16AF5B-BCD0-41D1-A432-1A9DC341C9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849EB3A-CFDE-4FBD-80D4-DA5EBABCBA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ED8F0-6101-435F-9E87-6DAFA1C543EB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153EFF-9D26-48BE-BAA2-AB508AAF7537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0A1297-AEF0-4047-81B7-8FCFA476BCCA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678C9B-B9D9-41A3-BC0E-77C4BE3911B5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8AD05D-DFDB-45E1-8AD7-571083D25811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2E6EB-995D-4C80-9C49-B4DD41870220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034352-33EB-478E-BED5-B10EEBA78C36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75C8DE-944D-44A9-8909-85A8AF3F5AE4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1AD716-184F-4EB9-96CC-EBAE8E9C26A2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76F749-57A7-4383-B81E-F1903F859DC7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5D18FF-A695-49C2-BD35-4A25F4CCBE66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Week 07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no one has the intent to build an RCE backdoor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The Merge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options to manage shared resouces: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some config trickery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different root folders for different systems(npm, esbuild, ts check-types)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neither robust nor pretty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shared codebase/assets as dependency folder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simple dependency in package.json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shared code is just imported by both projects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asstets are copied ahead of final bundeling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The Merge – Shared Code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Task system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for shell execution (make flash / term / the thing for boards)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so frontend buttons can call the same overloaded function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vscode.Task for main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websocket task request for web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Device List?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nice overview for all connected devices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query all serial/usb devices (HID..?) -&gt; completely optional for main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user allows device access manually -&gt; requirement for web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WebSockets are more competent than me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Client opens WebSocket at page load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is a lie (and cake would be better), it opens on Extension load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websocketd with looping bash script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backend named pipe -&gt; requires rd and wr pipe for bidirectional comms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websocat bridge to unix socket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works, simple script to write to frontend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we need remote make calls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detached python process – WIP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unix socket may actually work alr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RIOT is untouchable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replaced RIOT-Web fork clone with default RIOT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patch is now applied at docker img build time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the whole programmer.inc.mk file is replaced – easy for now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any solution here will break at some point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moved the RIOT preinstall to ~/.riot-web/RIOT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symlink to ~/RIOT for tutorials / examples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for other RIOT projects: users link into their own project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TODO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websockets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docker: pin RIOT version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extension load point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UI mokups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custom terminal inside vscode.Terminal (start by hand)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fd for websocket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shell pkg?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websockets in extension as remote? – ssl or no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diagramme für comms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1246</TotalTime>
  <Application>LibreOffice/24.2.7.2$Linux_X86_64 LibreOffice_project/420$Build-2</Application>
  <AppVersion>15.0000</AppVersion>
  <Words>284</Words>
  <Paragraphs>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2025-12-01T13:04:47Z</dcterms:created>
  <dc:creator>cheater 78</dc:creator>
  <dc:description/>
  <dc:language>en-US</dc:language>
  <cp:lastModifiedBy/>
  <dcterms:modified xsi:type="dcterms:W3CDTF">2025-12-03T13:05:34Z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