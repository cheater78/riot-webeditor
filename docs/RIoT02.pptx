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8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EF23B-E28E-36EC-18AA-7C676A461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11BA72-EEE9-BFB2-6CF7-28C255DB6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ABB5D-9F4A-9952-7259-231D6855D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54204-B2F0-40BB-978D-23047F5B2944}" type="datetimeFigureOut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915E6-FB45-C97E-A53A-65874F83A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DFE78-B689-54C8-B14F-2A2561EC7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9B482-7AEA-4B08-9716-64789C72E9A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7288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2FA50-50D1-BAA1-E2AA-83B64C03F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DE3B2-CE86-A879-E980-3B7D75953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8507F-6578-20A4-9496-FD547B44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54204-B2F0-40BB-978D-23047F5B2944}" type="datetimeFigureOut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60745-07AF-61BA-224D-82AA09A94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43FC2-906D-4852-75DC-D7CBEADFD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9B482-7AEA-4B08-9716-64789C72E9A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9549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CAB4B-DEA9-D6C5-A9F8-EBE60950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18929-6C7E-2177-A145-BB753F10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F4108-829B-2661-7580-5B021FD91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54204-B2F0-40BB-978D-23047F5B2944}" type="datetimeFigureOut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466EE-DFAF-C5EB-AB32-02846BCB3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76C3E-2043-0EE3-90FF-2541CB535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9B482-7AEA-4B08-9716-64789C72E9A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1325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A915B-B9DA-0419-7004-267E390E8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AB449-B1E6-7599-787D-2F81DF5799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F8802D-0B22-B5BF-7831-CD5E62F121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9E529-D4FE-5451-33AD-6A3E06116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54204-B2F0-40BB-978D-23047F5B2944}" type="datetimeFigureOut">
              <a:rPr lang="de-DE" smtClean="0"/>
              <a:t>28.10.2025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46372-308E-B5CF-8F56-D358491E1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1E97E-1D3B-4566-F408-4E6240C73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9B482-7AEA-4B08-9716-64789C72E9A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3214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82901-AB3A-BCFA-1ABA-AC58CF1CF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5066A-67AA-E501-C358-B3E4FC433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C022DA-949D-461B-F1C1-207D4514F0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AC764E-E022-DCC7-414B-5DF9B1F192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0E590A-C4BA-282B-3719-A251BE6262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9A9D7A-B07D-0E29-F10C-E14B2FDFC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54204-B2F0-40BB-978D-23047F5B2944}" type="datetimeFigureOut">
              <a:rPr lang="de-DE" smtClean="0"/>
              <a:t>28.10.2025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A3D437-B1AF-1EFE-376B-747525349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319773-927C-C2B2-82E5-F69A2FED4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9B482-7AEA-4B08-9716-64789C72E9A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5937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36E42-D470-8AFF-72B2-000250463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8C54A1-7884-A65B-E638-4F3B86E51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54204-B2F0-40BB-978D-23047F5B2944}" type="datetimeFigureOut">
              <a:rPr lang="de-DE" smtClean="0"/>
              <a:t>28.10.2025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0B82F2-2BB2-50A1-A63D-C2652803A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C5D16E-16C4-DBC8-E8A9-EE2DDE3E8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9B482-7AEA-4B08-9716-64789C72E9A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1558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CA4B9D-B206-9206-8E5B-E024E5286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54204-B2F0-40BB-978D-23047F5B2944}" type="datetimeFigureOut">
              <a:rPr lang="de-DE" smtClean="0"/>
              <a:t>28.10.2025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00131A-D790-6F69-7262-5345FDD74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363B4-EDAA-78E8-88EE-5A00D4D4D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9B482-7AEA-4B08-9716-64789C72E9A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8351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64D3E-0B02-889D-63A3-98E2A5FB9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BF772-8254-130C-81D4-A24B0DEE4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0B7223-F8EA-EE0E-3ECF-BF2FB1682E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E0394C-6588-B242-D011-6032481AA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54204-B2F0-40BB-978D-23047F5B2944}" type="datetimeFigureOut">
              <a:rPr lang="de-DE" smtClean="0"/>
              <a:t>28.10.2025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97C48-FB74-5939-A51E-E7F798DA5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9EF02-6ED5-CEFA-4321-2613A17AB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9B482-7AEA-4B08-9716-64789C72E9A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6186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A031F-F42F-EFFD-0BD5-7C13DC657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1CFDAA-BD46-15B4-095B-2A27270BC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E34D69-4298-DE81-E766-DD45F0D23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AE5261-CCB3-A6A9-75FD-2360ECA4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54204-B2F0-40BB-978D-23047F5B2944}" type="datetimeFigureOut">
              <a:rPr lang="de-DE" smtClean="0"/>
              <a:t>28.10.2025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9DD170-1CA9-4D21-E5D1-F45BC24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B7917-451F-0275-AE67-1A9E26B8A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9B482-7AEA-4B08-9716-64789C72E9A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7573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094AA-EB8F-A80F-C376-33103E17B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9EE5EF-7A6E-6CD3-6B3E-22C9C5757B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AB23A-86E0-A955-CA7E-CE237E782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54204-B2F0-40BB-978D-23047F5B2944}" type="datetimeFigureOut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DF61B-4E27-8803-78BF-DA7C4AFD7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AFC63-8A18-1CC6-E6CB-BA99B381A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9B482-7AEA-4B08-9716-64789C72E9A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8290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B64586-DFB1-9121-8889-CED1B7CEA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0AD6D-67D9-C5AE-7468-5756284353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78827-553F-B871-14AE-A2098A6CE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54204-B2F0-40BB-978D-23047F5B2944}" type="datetimeFigureOut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E8A7E-061A-ECC1-0B45-782985A40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69692-27D4-86D1-3943-E16960A04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9B482-7AEA-4B08-9716-64789C72E9A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8849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82AC4F-6FA7-04DF-F104-ECF999FCA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E1A84-DFC7-3A7F-54AD-AB0798B1C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63B3E-CAC6-1F68-33B5-80B9D5FAF1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254204-B2F0-40BB-978D-23047F5B2944}" type="datetimeFigureOut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48363-6C35-714A-534E-F2060AD7D3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71DB6-ECFF-28B3-20AA-BA7D93A9D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09B482-7AEA-4B08-9716-64789C72E9A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4444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97C78-5BFA-EFF6-4B15-22691A7C82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Week 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4671B3-6A42-7D0D-A2F3-DF1FDA6ADD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err="1"/>
              <a:t>mo</a:t>
            </a:r>
            <a:r>
              <a:rPr lang="de-DE" dirty="0"/>
              <a:t> </a:t>
            </a:r>
            <a:r>
              <a:rPr lang="de-DE" dirty="0" err="1"/>
              <a:t>tools</a:t>
            </a:r>
            <a:r>
              <a:rPr lang="de-DE" dirty="0"/>
              <a:t>, </a:t>
            </a:r>
            <a:r>
              <a:rPr lang="de-DE" dirty="0" err="1"/>
              <a:t>mo</a:t>
            </a:r>
            <a:r>
              <a:rPr lang="de-DE" dirty="0"/>
              <a:t> </a:t>
            </a:r>
            <a:r>
              <a:rPr lang="de-DE" dirty="0" err="1"/>
              <a:t>problems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27611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57801-6D82-EA5A-2F29-6AD464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WebSerial.ts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31165-E70E-E3E7-469A-46EEBB0C5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Writing to Serial – </a:t>
            </a:r>
            <a:r>
              <a:rPr lang="de-DE" dirty="0" err="1"/>
              <a:t>works</a:t>
            </a:r>
            <a:endParaRPr lang="de-DE" dirty="0"/>
          </a:p>
          <a:p>
            <a:r>
              <a:rPr lang="de-DE" dirty="0"/>
              <a:t>Reading </a:t>
            </a:r>
            <a:r>
              <a:rPr lang="de-DE" dirty="0" err="1"/>
              <a:t>from</a:t>
            </a:r>
            <a:r>
              <a:rPr lang="de-DE" dirty="0"/>
              <a:t> Serial – </a:t>
            </a:r>
            <a:r>
              <a:rPr lang="de-DE" dirty="0" err="1"/>
              <a:t>works</a:t>
            </a:r>
            <a:r>
              <a:rPr lang="de-DE" dirty="0"/>
              <a:t>, but </a:t>
            </a:r>
            <a:r>
              <a:rPr lang="de-DE" dirty="0" err="1"/>
              <a:t>surprisingly</a:t>
            </a:r>
            <a:r>
              <a:rPr lang="de-DE" dirty="0"/>
              <a:t> </a:t>
            </a:r>
            <a:r>
              <a:rPr lang="de-DE" dirty="0" err="1"/>
              <a:t>weird</a:t>
            </a:r>
            <a:endParaRPr lang="de-DE" dirty="0"/>
          </a:p>
          <a:p>
            <a:r>
              <a:rPr lang="de-DE" dirty="0"/>
              <a:t>Both? – </a:t>
            </a:r>
            <a:r>
              <a:rPr lang="de-DE" dirty="0" err="1"/>
              <a:t>took</a:t>
            </a:r>
            <a:r>
              <a:rPr lang="de-DE" dirty="0"/>
              <a:t> </a:t>
            </a:r>
            <a:r>
              <a:rPr lang="de-DE" dirty="0" err="1"/>
              <a:t>way</a:t>
            </a:r>
            <a:r>
              <a:rPr lang="de-DE" dirty="0"/>
              <a:t> </a:t>
            </a:r>
            <a:r>
              <a:rPr lang="de-DE" dirty="0" err="1"/>
              <a:t>too</a:t>
            </a:r>
            <a:r>
              <a:rPr lang="de-DE" dirty="0"/>
              <a:t> </a:t>
            </a:r>
            <a:r>
              <a:rPr lang="de-DE" dirty="0" err="1"/>
              <a:t>long</a:t>
            </a:r>
            <a:r>
              <a:rPr lang="de-DE" dirty="0"/>
              <a:t> but </a:t>
            </a:r>
            <a:r>
              <a:rPr lang="de-DE" dirty="0" err="1"/>
              <a:t>works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best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all – an LED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blinking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22695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C224-D62F-011B-6B66-2AAA0DED3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Dockerfile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A8F30-205F-F2DC-0C8C-BF6C80390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code-server + </a:t>
            </a:r>
            <a:r>
              <a:rPr lang="de-DE" dirty="0" err="1"/>
              <a:t>config</a:t>
            </a:r>
            <a:r>
              <a:rPr lang="de-DE" dirty="0"/>
              <a:t> (</a:t>
            </a:r>
            <a:r>
              <a:rPr lang="de-DE" dirty="0" err="1"/>
              <a:t>hurray</a:t>
            </a:r>
            <a:r>
              <a:rPr lang="de-DE" dirty="0"/>
              <a:t> </a:t>
            </a:r>
            <a:r>
              <a:rPr lang="de-DE" dirty="0" err="1"/>
              <a:t>default</a:t>
            </a:r>
            <a:r>
              <a:rPr lang="de-DE" dirty="0"/>
              <a:t> </a:t>
            </a:r>
            <a:r>
              <a:rPr lang="de-DE" dirty="0" err="1"/>
              <a:t>dark</a:t>
            </a:r>
            <a:r>
              <a:rPr lang="de-DE" dirty="0"/>
              <a:t> mode)</a:t>
            </a:r>
          </a:p>
          <a:p>
            <a:r>
              <a:rPr lang="de-DE" dirty="0" err="1"/>
              <a:t>user</a:t>
            </a:r>
            <a:r>
              <a:rPr lang="de-DE" dirty="0"/>
              <a:t> </a:t>
            </a:r>
            <a:r>
              <a:rPr lang="de-DE" dirty="0" err="1"/>
              <a:t>env</a:t>
            </a:r>
            <a:r>
              <a:rPr lang="de-DE" dirty="0"/>
              <a:t> „</a:t>
            </a:r>
            <a:r>
              <a:rPr lang="de-DE" dirty="0" err="1"/>
              <a:t>coder</a:t>
            </a:r>
            <a:r>
              <a:rPr lang="de-DE" dirty="0"/>
              <a:t>“</a:t>
            </a:r>
          </a:p>
          <a:p>
            <a:endParaRPr lang="de-DE" dirty="0"/>
          </a:p>
          <a:p>
            <a:r>
              <a:rPr lang="de-DE" dirty="0" err="1"/>
              <a:t>currently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ESP:</a:t>
            </a:r>
          </a:p>
          <a:p>
            <a:pPr lvl="1"/>
            <a:r>
              <a:rPr lang="de-DE" dirty="0" err="1"/>
              <a:t>esp-idf</a:t>
            </a:r>
            <a:r>
              <a:rPr lang="de-DE" dirty="0"/>
              <a:t> </a:t>
            </a:r>
            <a:r>
              <a:rPr lang="de-DE" dirty="0" err="1"/>
              <a:t>compilers</a:t>
            </a:r>
            <a:r>
              <a:rPr lang="de-DE" dirty="0"/>
              <a:t> + </a:t>
            </a:r>
            <a:r>
              <a:rPr lang="de-DE" dirty="0" err="1"/>
              <a:t>espenv</a:t>
            </a:r>
            <a:r>
              <a:rPr lang="de-DE" dirty="0"/>
              <a:t> </a:t>
            </a:r>
          </a:p>
          <a:p>
            <a:pPr lvl="1"/>
            <a:r>
              <a:rPr lang="de-DE" dirty="0" err="1"/>
              <a:t>esp</a:t>
            </a:r>
            <a:r>
              <a:rPr lang="de-DE" dirty="0"/>
              <a:t>-</a:t>
            </a:r>
            <a:r>
              <a:rPr lang="de-DE" dirty="0" err="1"/>
              <a:t>idf</a:t>
            </a:r>
            <a:r>
              <a:rPr lang="de-DE" dirty="0"/>
              <a:t>-web </a:t>
            </a:r>
            <a:r>
              <a:rPr lang="de-DE" dirty="0" err="1"/>
              <a:t>extension</a:t>
            </a:r>
            <a:endParaRPr lang="de-DE" dirty="0"/>
          </a:p>
          <a:p>
            <a:pPr lvl="2"/>
            <a:r>
              <a:rPr lang="de-DE" dirty="0" err="1"/>
              <a:t>requires</a:t>
            </a:r>
            <a:r>
              <a:rPr lang="de-DE" dirty="0"/>
              <a:t> </a:t>
            </a:r>
            <a:r>
              <a:rPr lang="de-DE" dirty="0" err="1"/>
              <a:t>flasher_args.json</a:t>
            </a:r>
            <a:r>
              <a:rPr lang="de-DE" dirty="0"/>
              <a:t> / </a:t>
            </a:r>
            <a:r>
              <a:rPr lang="de-DE" dirty="0" err="1"/>
              <a:t>project_description.json</a:t>
            </a:r>
            <a:r>
              <a:rPr lang="de-DE" dirty="0"/>
              <a:t> (</a:t>
            </a:r>
            <a:r>
              <a:rPr lang="de-DE" dirty="0" err="1"/>
              <a:t>got</a:t>
            </a:r>
            <a:r>
              <a:rPr lang="de-DE" dirty="0"/>
              <a:t> Serial Monitor </a:t>
            </a:r>
            <a:r>
              <a:rPr lang="de-DE" dirty="0" err="1"/>
              <a:t>working</a:t>
            </a:r>
            <a:r>
              <a:rPr lang="de-DE" dirty="0"/>
              <a:t>)</a:t>
            </a:r>
          </a:p>
          <a:p>
            <a:pPr lvl="2"/>
            <a:r>
              <a:rPr lang="de-DE" dirty="0" err="1"/>
              <a:t>based</a:t>
            </a:r>
            <a:r>
              <a:rPr lang="de-DE" dirty="0"/>
              <a:t> on esptool.js</a:t>
            </a:r>
          </a:p>
          <a:p>
            <a:r>
              <a:rPr lang="de-DE" dirty="0" err="1"/>
              <a:t>it‘s</a:t>
            </a:r>
            <a:r>
              <a:rPr lang="de-DE" dirty="0"/>
              <a:t> just 15GB </a:t>
            </a:r>
            <a:r>
              <a:rPr lang="de-DE" dirty="0" err="1"/>
              <a:t>image</a:t>
            </a:r>
            <a:r>
              <a:rPr lang="de-DE" dirty="0"/>
              <a:t> + 1.6GB per </a:t>
            </a:r>
            <a:r>
              <a:rPr lang="de-DE" dirty="0" err="1"/>
              <a:t>container</a:t>
            </a:r>
            <a:r>
              <a:rPr lang="de-DE" dirty="0"/>
              <a:t> (</a:t>
            </a:r>
            <a:r>
              <a:rPr lang="de-DE" dirty="0" err="1"/>
              <a:t>hello-world</a:t>
            </a:r>
            <a:r>
              <a:rPr lang="de-DE"/>
              <a:t> + </a:t>
            </a:r>
            <a:r>
              <a:rPr lang="de-DE" dirty="0" err="1"/>
              <a:t>bins</a:t>
            </a:r>
            <a:r>
              <a:rPr lang="de-D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56428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6BC73-A49B-6BA7-09F4-9B1FE781C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TODO: esptool.js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7EDF1-6148-E5F0-1095-32C549777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esptool</a:t>
            </a:r>
            <a:r>
              <a:rPr lang="de-DE" dirty="0"/>
              <a:t> </a:t>
            </a:r>
            <a:r>
              <a:rPr lang="de-DE" dirty="0" err="1"/>
              <a:t>programmer</a:t>
            </a:r>
            <a:r>
              <a:rPr lang="de-DE" dirty="0"/>
              <a:t> but </a:t>
            </a:r>
            <a:r>
              <a:rPr lang="de-DE" dirty="0" err="1"/>
              <a:t>already</a:t>
            </a:r>
            <a:r>
              <a:rPr lang="de-DE" dirty="0"/>
              <a:t> in </a:t>
            </a:r>
            <a:r>
              <a:rPr lang="de-DE" dirty="0" err="1"/>
              <a:t>javascript</a:t>
            </a:r>
            <a:endParaRPr lang="de-DE" dirty="0"/>
          </a:p>
          <a:p>
            <a:r>
              <a:rPr lang="de-DE" dirty="0"/>
              <a:t>host on web </a:t>
            </a:r>
            <a:r>
              <a:rPr lang="de-DE" dirty="0" err="1"/>
              <a:t>server</a:t>
            </a:r>
            <a:r>
              <a:rPr lang="de-DE" dirty="0"/>
              <a:t> and/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vscode</a:t>
            </a:r>
            <a:r>
              <a:rPr lang="de-DE" dirty="0"/>
              <a:t> </a:t>
            </a:r>
            <a:r>
              <a:rPr lang="de-DE" dirty="0" err="1"/>
              <a:t>extension</a:t>
            </a:r>
            <a:endParaRPr lang="de-DE" dirty="0"/>
          </a:p>
          <a:p>
            <a:r>
              <a:rPr lang="de-DE" dirty="0" err="1"/>
              <a:t>problem</a:t>
            </a:r>
            <a:r>
              <a:rPr lang="de-DE" dirty="0"/>
              <a:t>: </a:t>
            </a:r>
            <a:r>
              <a:rPr lang="de-DE" dirty="0" err="1"/>
              <a:t>cleanly</a:t>
            </a:r>
            <a:r>
              <a:rPr lang="de-DE" dirty="0"/>
              <a:t> </a:t>
            </a:r>
            <a:r>
              <a:rPr lang="de-DE" dirty="0" err="1"/>
              <a:t>export</a:t>
            </a:r>
            <a:r>
              <a:rPr lang="de-DE" dirty="0"/>
              <a:t> </a:t>
            </a:r>
            <a:r>
              <a:rPr lang="de-DE" dirty="0" err="1"/>
              <a:t>flasher</a:t>
            </a:r>
            <a:r>
              <a:rPr lang="de-DE" dirty="0"/>
              <a:t> </a:t>
            </a:r>
            <a:r>
              <a:rPr lang="de-DE" dirty="0" err="1"/>
              <a:t>args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Makefiles</a:t>
            </a:r>
            <a:r>
              <a:rPr lang="de-DE" dirty="0"/>
              <a:t> / </a:t>
            </a:r>
            <a:r>
              <a:rPr lang="de-DE" dirty="0" err="1"/>
              <a:t>hardcode</a:t>
            </a:r>
            <a:r>
              <a:rPr lang="de-DE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73794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84650-6BFB-8BED-3136-1E1458FBC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65130-A507-4E9D-9103-B1BCEF594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9201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Week 02</vt:lpstr>
      <vt:lpstr>WebSerial.ts</vt:lpstr>
      <vt:lpstr>Dockerfile</vt:lpstr>
      <vt:lpstr>TODO: esptool.js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cheater 78</dc:creator>
  <cp:lastModifiedBy>cheater 78</cp:lastModifiedBy>
  <cp:revision>12</cp:revision>
  <dcterms:created xsi:type="dcterms:W3CDTF">2025-10-27T20:57:35Z</dcterms:created>
  <dcterms:modified xsi:type="dcterms:W3CDTF">2025-10-27T23:46:52Z</dcterms:modified>
</cp:coreProperties>
</file>