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1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2E240-505D-8409-7D9B-17E4FEC1A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01F66-932B-0A26-6E62-E17EC9D46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8E177-AA30-A3CD-DFCD-5227BFC64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3C5A6-703D-FCA3-13F3-C841EAF7C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997C-868D-57AF-AD43-1D545EBEC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71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36C9-633D-35C1-289B-7F5684ED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C7682-6FBC-A1D2-CF0D-A27ABE036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94FCE-CD87-4043-A978-93716621B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15C84-050A-A5FA-DBEA-BECF22681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016B9-8A29-C579-781F-D6757F02D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5801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37E44-EEAA-1168-CB0C-C6402F09B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7B6CF-7E1D-0FF9-3683-A67117E33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7FFB6-1D72-BF8A-6619-541FEF89D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DA7F6-47F2-5E39-0C55-9F8026074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E5C56-40B8-098A-182B-CFFCD20A5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79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10A2-60C8-B404-8528-1878023FC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6626B-6F7D-C800-9F4D-0B3E29129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04BE1-50A7-687C-1B1C-93415C2A4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6239D-5C9B-073F-400C-5A3BFDED6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DFE75-AAF6-DB12-460E-9F0F8159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FB734-1422-1EB4-3451-E4AF7F02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43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EC23-5F2C-C0E7-398A-B67C2C90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E7AB0-DDB0-1FEF-9B72-E372F036F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B5674-F070-5239-479C-798961448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8F39FA-EAAC-4594-65F4-28757B360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98C2C2-94E9-B425-9D5C-0F695FA01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30D492-2078-8D00-706C-7FE6B7B5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E1D01-C19D-3F97-249F-467199C48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AD4AEE-C722-1CEB-BB2C-674B67E6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531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13C0D-98EE-E687-BD25-F08D9CEC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E48BC9-A1E0-9E0E-DBEA-0ABAE8FD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CE590-9375-BBE1-C60F-653C714A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8E4BE-54F9-5D5F-2BCD-E88D451B1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4795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7BAAC5-179C-FAC4-1776-9FD0FF22E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FC8D8-701C-2415-212B-81A4192BE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90575-5241-30CB-491D-B2059231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048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7EAD-5381-6E55-83B5-78927D2EF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5DED2-8DF6-7728-B519-71EF344A1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F3171-9E39-14F0-688E-6E3374879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FDB75-B957-5657-9D9B-4A015734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76806-8210-8E6E-0471-CD172784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0035F-2138-0C41-DE6A-67D8EFC7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72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7233-95CD-A98C-E563-008F17CF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4C9A4D-E3F5-FBEA-F439-5285E0076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933E5-736E-6FF6-538B-B9BB29F94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FFC95-E2C1-E336-D1F8-29C92E134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EDED1-61E9-D5C1-B523-586F6D08B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CF440-B716-E2C7-CA48-FBC05F541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342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4230-9142-9D36-6909-31778958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15331-829E-20E7-97BA-FBACE1641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F7B5C-02CD-2276-C1A9-EDE6EB5D8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7FA7-C017-08DB-6817-4C95C8D4F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080A-D744-8040-00BC-F0C2451D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3793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8663B1-3CCB-42CB-52A9-3844AF564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11FD0-5F6D-0684-F314-CBEEC6FFF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B06C7-5684-A5AB-600B-A1FE7F6E9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F0445-72C9-50D2-FE95-4ACDC643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3DB8C-AB60-00E7-C5E3-E7F265AEB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0961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1E0E5-91B3-5FD9-0888-D98BDE14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31379-F9E8-6C40-093B-EAF3E266E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0F117-0A7C-236F-8D26-93E632F24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36BF8-532B-4151-84A3-AC127562CCF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EC340-19D1-1B39-EC7C-3C65775C9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076C4-FC97-1005-593C-E4FBCC1128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7332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CEA2-876F-00F8-E7EA-A10DD267BA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Week 08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1F708-C730-AFAC-5A7B-762C403F63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planning</a:t>
            </a:r>
            <a:r>
              <a:rPr lang="de-DE" dirty="0"/>
              <a:t>, </a:t>
            </a:r>
            <a:r>
              <a:rPr lang="de-DE" dirty="0" err="1"/>
              <a:t>painting</a:t>
            </a:r>
            <a:r>
              <a:rPr lang="de-DE" dirty="0"/>
              <a:t>, </a:t>
            </a:r>
            <a:r>
              <a:rPr lang="de-DE" dirty="0" err="1"/>
              <a:t>cache</a:t>
            </a:r>
            <a:r>
              <a:rPr lang="de-DE" dirty="0"/>
              <a:t> </a:t>
            </a:r>
            <a:r>
              <a:rPr lang="de-DE" dirty="0" err="1"/>
              <a:t>misses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5887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206FA8-9BFC-C5F1-D0B3-BCC5B1D0F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UI </a:t>
            </a:r>
            <a:r>
              <a:rPr lang="de-DE" dirty="0" err="1"/>
              <a:t>Mokups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792507-EA89-CC7A-4063-A3FE9F9A5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3992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B97717-35DB-72ED-8E2B-4518CE418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72" y="0"/>
            <a:ext cx="95318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88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518D1B-D8D6-ADBF-22E9-2DC5C1A21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525"/>
            <a:ext cx="12192000" cy="651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82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3334-6823-3BDD-38F1-F9372BA55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Shell Proxy / Wrapper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35631-686F-C500-6D2B-5F993233D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2233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897BE9A-37F0-11DC-AF9E-B545F4E68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9366"/>
            <a:ext cx="12192000" cy="547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669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7955BCC-F1CA-2D17-08CF-F19BC2184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9366"/>
            <a:ext cx="12192000" cy="547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54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CE8E0-64C3-D5E5-D27A-15B71C277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Issues</a:t>
            </a:r>
            <a:r>
              <a:rPr lang="de-DE" dirty="0"/>
              <a:t> /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2FD0A-87D0-72AD-60BC-2F4EE80BE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ShellWrapper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default</a:t>
            </a:r>
            <a:r>
              <a:rPr lang="de-DE" dirty="0"/>
              <a:t> -&gt; SHELL=/</a:t>
            </a:r>
            <a:r>
              <a:rPr lang="de-DE" dirty="0" err="1"/>
              <a:t>path</a:t>
            </a:r>
            <a:r>
              <a:rPr lang="de-DE" dirty="0"/>
              <a:t>/to/</a:t>
            </a:r>
            <a:r>
              <a:rPr lang="de-DE" dirty="0" err="1"/>
              <a:t>wrapper</a:t>
            </a:r>
            <a:endParaRPr lang="de-DE" dirty="0"/>
          </a:p>
          <a:p>
            <a:r>
              <a:rPr lang="de-DE" dirty="0" err="1"/>
              <a:t>limit</a:t>
            </a:r>
            <a:r>
              <a:rPr lang="de-DE" dirty="0"/>
              <a:t> to </a:t>
            </a:r>
            <a:r>
              <a:rPr lang="de-DE" dirty="0" err="1"/>
              <a:t>one</a:t>
            </a:r>
            <a:r>
              <a:rPr lang="de-DE" dirty="0"/>
              <a:t> Shell Wrapper?</a:t>
            </a:r>
          </a:p>
          <a:p>
            <a:pPr lvl="1"/>
            <a:r>
              <a:rPr lang="de-DE" dirty="0"/>
              <a:t>pro: </a:t>
            </a:r>
            <a:r>
              <a:rPr lang="de-DE" dirty="0" err="1"/>
              <a:t>no</a:t>
            </a:r>
            <a:r>
              <a:rPr lang="de-DE" dirty="0"/>
              <a:t> IDs / </a:t>
            </a:r>
            <a:r>
              <a:rPr lang="de-DE" dirty="0" err="1"/>
              <a:t>routing</a:t>
            </a:r>
            <a:endParaRPr lang="de-DE" dirty="0"/>
          </a:p>
          <a:p>
            <a:pPr lvl="1"/>
            <a:r>
              <a:rPr lang="de-DE" dirty="0" err="1"/>
              <a:t>cons</a:t>
            </a:r>
            <a:r>
              <a:rPr lang="de-DE" dirty="0"/>
              <a:t>: still </a:t>
            </a:r>
            <a:r>
              <a:rPr lang="de-DE" dirty="0" err="1"/>
              <a:t>has</a:t>
            </a:r>
            <a:r>
              <a:rPr lang="de-DE" dirty="0"/>
              <a:t> to manage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slot</a:t>
            </a:r>
            <a:r>
              <a:rPr lang="de-DE" dirty="0"/>
              <a:t>, time out, </a:t>
            </a:r>
            <a:r>
              <a:rPr lang="de-DE" dirty="0" err="1"/>
              <a:t>mutex</a:t>
            </a:r>
            <a:r>
              <a:rPr lang="de-DE" dirty="0"/>
              <a:t>,...</a:t>
            </a:r>
          </a:p>
          <a:p>
            <a:r>
              <a:rPr lang="de-DE" dirty="0" err="1"/>
              <a:t>reuse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ShellWrapper</a:t>
            </a:r>
            <a:r>
              <a:rPr lang="de-DE" dirty="0"/>
              <a:t>?</a:t>
            </a:r>
          </a:p>
          <a:p>
            <a:pPr lvl="1"/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port</a:t>
            </a:r>
            <a:r>
              <a:rPr lang="de-DE" dirty="0"/>
              <a:t> / </a:t>
            </a:r>
            <a:r>
              <a:rPr lang="de-DE" dirty="0" err="1"/>
              <a:t>device</a:t>
            </a:r>
            <a:endParaRPr lang="de-DE" dirty="0"/>
          </a:p>
          <a:p>
            <a:pPr lvl="1"/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project</a:t>
            </a:r>
            <a:endParaRPr lang="de-DE" dirty="0"/>
          </a:p>
          <a:p>
            <a:pPr lvl="1"/>
            <a:r>
              <a:rPr lang="de-DE" dirty="0" err="1"/>
              <a:t>always</a:t>
            </a:r>
            <a:r>
              <a:rPr lang="de-DE" dirty="0"/>
              <a:t> open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one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9585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Week 08</vt:lpstr>
      <vt:lpstr>UI Mokups</vt:lpstr>
      <vt:lpstr>PowerPoint Presentation</vt:lpstr>
      <vt:lpstr>PowerPoint Presentation</vt:lpstr>
      <vt:lpstr>Shell Proxy / Wrapper</vt:lpstr>
      <vt:lpstr>PowerPoint Presentation</vt:lpstr>
      <vt:lpstr>PowerPoint Presentation</vt:lpstr>
      <vt:lpstr>Issues /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cheater 78</dc:creator>
  <cp:lastModifiedBy>cheater 78</cp:lastModifiedBy>
  <cp:revision>2</cp:revision>
  <dcterms:created xsi:type="dcterms:W3CDTF">2025-12-08T15:10:18Z</dcterms:created>
  <dcterms:modified xsi:type="dcterms:W3CDTF">2025-12-08T15:21:18Z</dcterms:modified>
</cp:coreProperties>
</file>