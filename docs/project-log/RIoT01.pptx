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49CE2-36FE-2549-FEBB-0D39479D2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E002C1-DB58-C920-3980-1778B12500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FDD13-D7E2-284A-7278-035234BF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F3BB-E6CD-4239-B572-ABE3F64D53B3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C4440-4C9D-FF5B-A769-AAC082FEF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67571-A003-5289-50C1-20B20A87E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1C81-ABE5-42FB-8FF2-2F53D0D26C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9572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9976D-9082-92C5-A01A-B9715FFC5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D702E-3B1C-2C1F-2731-682BDC292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7E4A2-C9F6-23FF-BFB5-D685F7E2C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F3BB-E6CD-4239-B572-ABE3F64D53B3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BCCE6-7B5D-DD78-C8DC-AD1A05AD9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E73E6-1F5D-D41E-9301-00ABA1E60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1C81-ABE5-42FB-8FF2-2F53D0D26C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5046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8D36C-6D75-28D5-2696-97911A155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F7621-4009-1E15-7A8B-74BB59282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A29E0-0E8E-7D8C-5BE6-93CB99F6F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F3BB-E6CD-4239-B572-ABE3F64D53B3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73DDA-7535-1198-0AA5-725126391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BB3CB-15AD-EE2E-E8E4-958164594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1C81-ABE5-42FB-8FF2-2F53D0D26C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5750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D855D-8DCB-C19F-6C37-5CB33D17F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A19EC-D1D1-2447-1FAA-A166D420F6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4CF6AF-CBFB-1A8A-1C10-8B71026372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CE9F3-D3DF-A565-88AC-6A988C8C5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F3BB-E6CD-4239-B572-ABE3F64D53B3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9C90B-BD2F-1417-C441-DB77D9102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4994D-EC42-8E42-01DF-5170C8AC4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1C81-ABE5-42FB-8FF2-2F53D0D26C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8745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A870-DC2D-41E5-3A4B-E2B3997D7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A9E5F1-EDEE-3D55-7FA8-70B7748AA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2434D4-2171-9C4E-BA5C-58465A6721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BA3178-6FFC-50C3-3817-3D87EE02B9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F9B2DB-9373-E76D-EBC7-D21F6820B7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B78324-EB64-67A2-F751-44FE0D185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F3BB-E6CD-4239-B572-ABE3F64D53B3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ABE8B1-2D8E-A1CB-79F7-9255CC9AD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2310A3-D6FC-D7CA-60B5-76FFFEDC5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1C81-ABE5-42FB-8FF2-2F53D0D26C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2539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F9B5B-FD3D-C476-2FAF-C3B5C56A6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754B39-867F-1F78-4CD7-5A62E99A4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F3BB-E6CD-4239-B572-ABE3F64D53B3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E71BBA-9817-2440-32EC-32A4914FB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ABCA7C-4A4F-2FC1-B11D-2046B12B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1C81-ABE5-42FB-8FF2-2F53D0D26C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453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B77C7F-2D40-61D8-F9FF-DC10B368B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F3BB-E6CD-4239-B572-ABE3F64D53B3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E6C080-6DA2-100B-02EF-22FD62989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45DBB-4053-8377-9969-962DD00B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1C81-ABE5-42FB-8FF2-2F53D0D26C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491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28A9A-55A2-9F46-C1E5-B0C85BFBA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A16B9-7347-F6D3-F061-B725BF3EB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D1C36E-0D0D-80C9-68DB-E87C666D4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E2694-F202-3D57-55C9-0372BAA74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F3BB-E6CD-4239-B572-ABE3F64D53B3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78E30-57EF-B305-7B8B-73DC11559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AAB18-2993-ED2D-E647-F272EF598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1C81-ABE5-42FB-8FF2-2F53D0D26C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1201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29067-EC29-901F-1F63-6D70A75A2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4A5FAA-83F1-FB45-CC9F-DDACB91960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25AA77-876D-49BA-6478-25C5DAE1E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2DEE0-69CF-0C5B-21DF-F733910B4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F3BB-E6CD-4239-B572-ABE3F64D53B3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E6EFA-9A62-556F-0369-463EF8878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A6A34D-5F1C-9414-888A-949A8DEB7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1C81-ABE5-42FB-8FF2-2F53D0D26C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581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29849-CCD2-738D-B063-9381284A4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826E7F-05CF-E64E-9E66-1153225153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D5B37-1B4E-B320-EB3E-005B9103D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F3BB-E6CD-4239-B572-ABE3F64D53B3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EA077-4918-65E4-0A1D-8C5CB4183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CD9A9-3DEA-D062-49DF-6E55884D6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1C81-ABE5-42FB-8FF2-2F53D0D26C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7066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5F82ED-313A-CF2F-DEC9-5D3DC09A3F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25789-05A2-B7E1-01B7-5A36143E68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8F3E8-F7E9-A032-56CF-2C9E039A1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F3BB-E6CD-4239-B572-ABE3F64D53B3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E12CC-0FC9-709E-D1E9-D94416DE4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7CC31-4F11-1358-56C6-B4BB2D089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1C81-ABE5-42FB-8FF2-2F53D0D26C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5664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90CC9A-218B-3CEE-C5BF-1A03FC7CA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8BDD2-CBD9-C48D-053A-10BB654C6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0D219-29F0-1740-65BD-32E207AD4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C8F3BB-E6CD-4239-B572-ABE3F64D53B3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14464-91DD-B8FC-0345-38D18141B4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5AA40-1601-E21D-B43A-7498C8B19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001C81-ABE5-42FB-8FF2-2F53D0D26C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0924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68E4E-675E-2891-50D4-6C3B1B5940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Week 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B0799F-71AA-6FEA-2158-CF337786F2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1460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91F8C-F09F-7C80-1E74-54F8B1385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Current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DB1AD-6339-CDE1-DCB6-E6D4A04D9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MS </a:t>
            </a:r>
            <a:r>
              <a:rPr lang="de-DE" dirty="0" err="1"/>
              <a:t>VSCode</a:t>
            </a:r>
            <a:r>
              <a:rPr lang="de-DE" dirty="0"/>
              <a:t> CLI</a:t>
            </a:r>
          </a:p>
          <a:p>
            <a:pPr lvl="1"/>
            <a:r>
              <a:rPr lang="de-DE" dirty="0" err="1"/>
              <a:t>requires</a:t>
            </a:r>
            <a:r>
              <a:rPr lang="de-DE" dirty="0"/>
              <a:t> </a:t>
            </a:r>
            <a:r>
              <a:rPr lang="de-DE" dirty="0" err="1"/>
              <a:t>github</a:t>
            </a:r>
            <a:r>
              <a:rPr lang="de-DE" dirty="0"/>
              <a:t> </a:t>
            </a:r>
            <a:r>
              <a:rPr lang="de-DE" dirty="0" err="1"/>
              <a:t>login</a:t>
            </a:r>
            <a:r>
              <a:rPr lang="de-DE" dirty="0"/>
              <a:t> on </a:t>
            </a:r>
            <a:r>
              <a:rPr lang="de-DE" dirty="0" err="1"/>
              <a:t>client</a:t>
            </a:r>
            <a:r>
              <a:rPr lang="de-DE" dirty="0"/>
              <a:t> and </a:t>
            </a:r>
            <a:r>
              <a:rPr lang="de-DE" dirty="0" err="1"/>
              <a:t>server</a:t>
            </a:r>
            <a:endParaRPr lang="de-DE" dirty="0"/>
          </a:p>
          <a:p>
            <a:pPr lvl="1"/>
            <a:r>
              <a:rPr lang="de-DE" dirty="0" err="1"/>
              <a:t>provides</a:t>
            </a:r>
            <a:r>
              <a:rPr lang="de-DE" dirty="0"/>
              <a:t> </a:t>
            </a:r>
            <a:r>
              <a:rPr lang="de-DE" dirty="0" err="1"/>
              <a:t>service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public</a:t>
            </a:r>
            <a:r>
              <a:rPr lang="de-DE" dirty="0"/>
              <a:t> URL</a:t>
            </a:r>
          </a:p>
          <a:p>
            <a:pPr lvl="1"/>
            <a:r>
              <a:rPr lang="de-DE" dirty="0" err="1"/>
              <a:t>hosting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public</a:t>
            </a:r>
            <a:r>
              <a:rPr lang="de-DE" dirty="0"/>
              <a:t> </a:t>
            </a:r>
            <a:r>
              <a:rPr lang="de-DE" dirty="0" err="1"/>
              <a:t>service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illegal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license</a:t>
            </a:r>
            <a:endParaRPr lang="de-DE" dirty="0"/>
          </a:p>
          <a:p>
            <a:r>
              <a:rPr lang="de-DE" dirty="0" err="1"/>
              <a:t>DevContainer</a:t>
            </a:r>
            <a:endParaRPr lang="de-DE" dirty="0"/>
          </a:p>
          <a:p>
            <a:pPr lvl="1"/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execution</a:t>
            </a:r>
            <a:r>
              <a:rPr lang="de-DE" dirty="0"/>
              <a:t> </a:t>
            </a:r>
            <a:r>
              <a:rPr lang="de-DE" dirty="0" err="1"/>
              <a:t>environment</a:t>
            </a:r>
            <a:r>
              <a:rPr lang="de-DE" dirty="0"/>
              <a:t> </a:t>
            </a:r>
            <a:r>
              <a:rPr lang="de-DE" dirty="0" err="1"/>
              <a:t>required</a:t>
            </a:r>
            <a:endParaRPr lang="de-DE" dirty="0"/>
          </a:p>
          <a:p>
            <a:pPr lvl="1"/>
            <a:r>
              <a:rPr lang="de-DE" dirty="0" err="1"/>
              <a:t>seems</a:t>
            </a:r>
            <a:r>
              <a:rPr lang="de-DE" dirty="0"/>
              <a:t> to </a:t>
            </a:r>
            <a:r>
              <a:rPr lang="de-DE" dirty="0" err="1"/>
              <a:t>start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a </a:t>
            </a:r>
            <a:r>
              <a:rPr lang="de-DE" dirty="0" err="1"/>
              <a:t>VSCode</a:t>
            </a:r>
            <a:r>
              <a:rPr lang="de-DE" dirty="0"/>
              <a:t> Instance </a:t>
            </a:r>
            <a:r>
              <a:rPr lang="de-DE" dirty="0" err="1"/>
              <a:t>only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requirements</a:t>
            </a:r>
            <a:r>
              <a:rPr lang="de-DE" dirty="0"/>
              <a:t>: </a:t>
            </a:r>
            <a:r>
              <a:rPr lang="de-DE" dirty="0" err="1"/>
              <a:t>WebIDE</a:t>
            </a:r>
            <a:r>
              <a:rPr lang="de-DE" dirty="0"/>
              <a:t>, </a:t>
            </a:r>
            <a:r>
              <a:rPr lang="de-DE" dirty="0" err="1"/>
              <a:t>build-env</a:t>
            </a:r>
            <a:r>
              <a:rPr lang="de-DE" dirty="0"/>
              <a:t>, </a:t>
            </a:r>
            <a:r>
              <a:rPr lang="de-DE" dirty="0" err="1"/>
              <a:t>transfer</a:t>
            </a:r>
            <a:r>
              <a:rPr lang="de-DE" dirty="0"/>
              <a:t> to and </a:t>
            </a:r>
            <a:r>
              <a:rPr lang="de-DE" dirty="0" err="1"/>
              <a:t>flash</a:t>
            </a:r>
            <a:r>
              <a:rPr lang="de-DE" dirty="0"/>
              <a:t> on </a:t>
            </a:r>
            <a:r>
              <a:rPr lang="de-DE" dirty="0" err="1"/>
              <a:t>client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74889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D6EFF-28B6-4F33-903C-29B943A91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WebIDEs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4B437-D0CE-2206-7D03-88C65BC0C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Monaco (MS </a:t>
            </a:r>
            <a:r>
              <a:rPr lang="de-DE" dirty="0" err="1"/>
              <a:t>VSCode</a:t>
            </a:r>
            <a:r>
              <a:rPr lang="de-DE" dirty="0"/>
              <a:t> backend)</a:t>
            </a:r>
          </a:p>
          <a:p>
            <a:pPr lvl="1"/>
            <a:r>
              <a:rPr lang="de-DE" dirty="0" err="1"/>
              <a:t>official</a:t>
            </a:r>
            <a:r>
              <a:rPr lang="de-DE" dirty="0"/>
              <a:t> MS </a:t>
            </a:r>
            <a:r>
              <a:rPr lang="de-DE" dirty="0" err="1"/>
              <a:t>VSCode</a:t>
            </a:r>
            <a:r>
              <a:rPr lang="de-DE" dirty="0"/>
              <a:t> </a:t>
            </a:r>
            <a:r>
              <a:rPr lang="de-DE" dirty="0" err="1"/>
              <a:t>server</a:t>
            </a:r>
            <a:r>
              <a:rPr lang="de-DE" dirty="0"/>
              <a:t>(</a:t>
            </a:r>
            <a:r>
              <a:rPr lang="de-DE" dirty="0" err="1"/>
              <a:t>later</a:t>
            </a:r>
            <a:r>
              <a:rPr lang="de-DE" dirty="0"/>
              <a:t>)</a:t>
            </a:r>
          </a:p>
          <a:p>
            <a:pPr lvl="1"/>
            <a:r>
              <a:rPr lang="de-DE" dirty="0" err="1"/>
              <a:t>openvscodeserver</a:t>
            </a:r>
            <a:endParaRPr lang="de-DE" dirty="0"/>
          </a:p>
          <a:p>
            <a:pPr lvl="1"/>
            <a:r>
              <a:rPr lang="de-DE" dirty="0" err="1"/>
              <a:t>coder</a:t>
            </a:r>
            <a:r>
              <a:rPr lang="de-DE" dirty="0"/>
              <a:t>/code-server</a:t>
            </a:r>
          </a:p>
          <a:p>
            <a:r>
              <a:rPr lang="de-DE" dirty="0" err="1"/>
              <a:t>others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generally</a:t>
            </a:r>
            <a:r>
              <a:rPr lang="de-DE" dirty="0"/>
              <a:t>:</a:t>
            </a:r>
          </a:p>
          <a:p>
            <a:pPr lvl="1"/>
            <a:r>
              <a:rPr lang="de-DE" dirty="0" err="1"/>
              <a:t>too</a:t>
            </a:r>
            <a:r>
              <a:rPr lang="de-DE" dirty="0"/>
              <a:t> </a:t>
            </a:r>
            <a:r>
              <a:rPr lang="de-DE" dirty="0" err="1"/>
              <a:t>barebone</a:t>
            </a:r>
            <a:endParaRPr lang="de-DE" dirty="0"/>
          </a:p>
          <a:p>
            <a:pPr lvl="1"/>
            <a:r>
              <a:rPr lang="de-DE" dirty="0"/>
              <a:t>not </a:t>
            </a:r>
            <a:r>
              <a:rPr lang="de-DE" dirty="0" err="1"/>
              <a:t>for</a:t>
            </a:r>
            <a:r>
              <a:rPr lang="de-DE" dirty="0"/>
              <a:t> C </a:t>
            </a:r>
            <a:r>
              <a:rPr lang="de-DE" dirty="0" err="1"/>
              <a:t>dev</a:t>
            </a:r>
            <a:r>
              <a:rPr lang="de-DE" dirty="0"/>
              <a:t>(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WebDev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just not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familiar</a:t>
            </a:r>
            <a:r>
              <a:rPr lang="de-DE" dirty="0"/>
              <a:t> to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VSCode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11005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0D1C2-C901-3429-AABA-C06801EA8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then</a:t>
            </a:r>
            <a:r>
              <a:rPr lang="de-DE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396B7-059A-E7B6-D9A8-A1E9820DD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Docker </a:t>
            </a:r>
            <a:r>
              <a:rPr lang="de-DE" dirty="0" err="1"/>
              <a:t>container</a:t>
            </a:r>
            <a:endParaRPr lang="de-DE" dirty="0"/>
          </a:p>
          <a:p>
            <a:pPr lvl="1"/>
            <a:r>
              <a:rPr lang="de-DE" dirty="0" err="1"/>
              <a:t>running</a:t>
            </a:r>
            <a:r>
              <a:rPr lang="de-DE" dirty="0"/>
              <a:t> </a:t>
            </a:r>
            <a:r>
              <a:rPr lang="de-DE" dirty="0" err="1"/>
              <a:t>coder</a:t>
            </a:r>
            <a:r>
              <a:rPr lang="de-DE" dirty="0"/>
              <a:t>/code-server</a:t>
            </a:r>
          </a:p>
          <a:p>
            <a:pPr lvl="1"/>
            <a:r>
              <a:rPr lang="de-DE" dirty="0" err="1"/>
              <a:t>buildtools</a:t>
            </a:r>
            <a:endParaRPr lang="de-DE" dirty="0"/>
          </a:p>
          <a:p>
            <a:pPr lvl="1"/>
            <a:r>
              <a:rPr lang="de-DE" dirty="0" err="1"/>
              <a:t>produces</a:t>
            </a:r>
            <a:r>
              <a:rPr lang="de-DE" dirty="0"/>
              <a:t> just a </a:t>
            </a:r>
            <a:r>
              <a:rPr lang="de-DE" dirty="0" err="1"/>
              <a:t>binary</a:t>
            </a:r>
            <a:endParaRPr lang="de-DE" dirty="0"/>
          </a:p>
          <a:p>
            <a:pPr lvl="1"/>
            <a:endParaRPr lang="de-DE" dirty="0"/>
          </a:p>
          <a:p>
            <a:r>
              <a:rPr lang="de-DE" dirty="0"/>
              <a:t>Client(</a:t>
            </a:r>
            <a:r>
              <a:rPr lang="de-DE" dirty="0" err="1"/>
              <a:t>chromium</a:t>
            </a:r>
            <a:r>
              <a:rPr lang="de-DE" dirty="0"/>
              <a:t>)</a:t>
            </a:r>
          </a:p>
          <a:p>
            <a:pPr lvl="1"/>
            <a:r>
              <a:rPr lang="de-DE" dirty="0" err="1"/>
              <a:t>access</a:t>
            </a:r>
            <a:r>
              <a:rPr lang="de-DE" dirty="0"/>
              <a:t> to </a:t>
            </a:r>
            <a:r>
              <a:rPr lang="de-DE" dirty="0" err="1"/>
              <a:t>monaco</a:t>
            </a:r>
            <a:r>
              <a:rPr lang="de-DE" dirty="0"/>
              <a:t> style </a:t>
            </a:r>
            <a:r>
              <a:rPr lang="de-DE" dirty="0" err="1"/>
              <a:t>editor</a:t>
            </a:r>
            <a:r>
              <a:rPr lang="de-DE" dirty="0"/>
              <a:t>(</a:t>
            </a:r>
            <a:r>
              <a:rPr lang="de-DE" dirty="0" err="1"/>
              <a:t>basically</a:t>
            </a:r>
            <a:r>
              <a:rPr lang="de-DE" dirty="0"/>
              <a:t> </a:t>
            </a:r>
            <a:r>
              <a:rPr lang="de-DE" dirty="0" err="1"/>
              <a:t>VSCode</a:t>
            </a:r>
            <a:r>
              <a:rPr lang="de-DE" dirty="0"/>
              <a:t>)</a:t>
            </a:r>
          </a:p>
          <a:p>
            <a:pPr lvl="1"/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now</a:t>
            </a:r>
            <a:r>
              <a:rPr lang="de-DE" dirty="0"/>
              <a:t>: </a:t>
            </a:r>
            <a:r>
              <a:rPr lang="de-DE" dirty="0" err="1"/>
              <a:t>fetch</a:t>
            </a:r>
            <a:r>
              <a:rPr lang="de-DE" dirty="0"/>
              <a:t> </a:t>
            </a:r>
            <a:r>
              <a:rPr lang="de-DE" dirty="0" err="1"/>
              <a:t>binary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Server, </a:t>
            </a:r>
            <a:r>
              <a:rPr lang="de-DE" dirty="0" err="1"/>
              <a:t>flash</a:t>
            </a:r>
            <a:r>
              <a:rPr lang="de-DE" dirty="0"/>
              <a:t> to µC</a:t>
            </a:r>
          </a:p>
          <a:p>
            <a:pPr lvl="2"/>
            <a:r>
              <a:rPr lang="de-DE" dirty="0"/>
              <a:t>(web USB - via </a:t>
            </a:r>
            <a:r>
              <a:rPr lang="de-DE" dirty="0" err="1"/>
              <a:t>serial</a:t>
            </a:r>
            <a:r>
              <a:rPr lang="de-DE" dirty="0"/>
              <a:t>? in </a:t>
            </a:r>
            <a:r>
              <a:rPr lang="de-DE" dirty="0" err="1"/>
              <a:t>ts</a:t>
            </a:r>
            <a:r>
              <a:rPr lang="de-DE" dirty="0"/>
              <a:t>?)</a:t>
            </a:r>
          </a:p>
        </p:txBody>
      </p:sp>
    </p:spTree>
    <p:extLst>
      <p:ext uri="{BB962C8B-B14F-4D97-AF65-F5344CB8AC3E}">
        <p14:creationId xmlns:p14="http://schemas.microsoft.com/office/powerpoint/2010/main" val="137155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77C49-31EF-6FE4-9074-02C8EBCCC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F6901-4695-F3CE-DA4D-2B48EBAD7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Dockerfile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code-server, </a:t>
            </a:r>
            <a:r>
              <a:rPr lang="de-DE" dirty="0" err="1"/>
              <a:t>buildtools</a:t>
            </a:r>
            <a:r>
              <a:rPr lang="de-DE" dirty="0"/>
              <a:t>, </a:t>
            </a:r>
            <a:r>
              <a:rPr lang="de-DE" dirty="0" err="1"/>
              <a:t>firewall</a:t>
            </a:r>
            <a:r>
              <a:rPr lang="de-DE" dirty="0"/>
              <a:t> </a:t>
            </a:r>
            <a:r>
              <a:rPr lang="de-DE" dirty="0" err="1"/>
              <a:t>forward</a:t>
            </a:r>
            <a:endParaRPr lang="de-DE" dirty="0"/>
          </a:p>
          <a:p>
            <a:r>
              <a:rPr lang="de-DE" dirty="0" err="1"/>
              <a:t>WebInterface</a:t>
            </a:r>
            <a:r>
              <a:rPr lang="de-DE" dirty="0"/>
              <a:t> to </a:t>
            </a:r>
            <a:r>
              <a:rPr lang="de-DE" dirty="0" err="1"/>
              <a:t>upload</a:t>
            </a:r>
            <a:r>
              <a:rPr lang="de-DE" dirty="0"/>
              <a:t> a </a:t>
            </a:r>
            <a:r>
              <a:rPr lang="de-DE" dirty="0" err="1"/>
              <a:t>binary</a:t>
            </a:r>
            <a:r>
              <a:rPr lang="de-DE" dirty="0"/>
              <a:t> via </a:t>
            </a:r>
            <a:r>
              <a:rPr lang="de-DE" dirty="0" err="1"/>
              <a:t>webUSB</a:t>
            </a:r>
            <a:r>
              <a:rPr lang="de-DE" dirty="0"/>
              <a:t>/Serial/..</a:t>
            </a:r>
          </a:p>
          <a:p>
            <a:r>
              <a:rPr lang="de-DE" dirty="0" err="1"/>
              <a:t>WebWrapper</a:t>
            </a:r>
            <a:r>
              <a:rPr lang="de-DE" dirty="0"/>
              <a:t> to </a:t>
            </a:r>
            <a:r>
              <a:rPr lang="de-DE" dirty="0" err="1"/>
              <a:t>integrate</a:t>
            </a:r>
            <a:r>
              <a:rPr lang="de-DE" dirty="0"/>
              <a:t> </a:t>
            </a:r>
            <a:r>
              <a:rPr lang="de-DE" dirty="0" err="1"/>
              <a:t>both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2452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Week 01</vt:lpstr>
      <vt:lpstr>Current Setup</vt:lpstr>
      <vt:lpstr>WebIDEs</vt:lpstr>
      <vt:lpstr>So what then?</vt:lpstr>
      <vt:lpstr>TODO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cheater 78</dc:creator>
  <cp:lastModifiedBy>cheater 78</cp:lastModifiedBy>
  <cp:revision>7</cp:revision>
  <dcterms:created xsi:type="dcterms:W3CDTF">2025-10-20T15:47:53Z</dcterms:created>
  <dcterms:modified xsi:type="dcterms:W3CDTF">2025-10-20T16:09:53Z</dcterms:modified>
</cp:coreProperties>
</file>