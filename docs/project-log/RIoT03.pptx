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 showGuides="1">
      <p:cViewPr varScale="1">
        <p:scale>
          <a:sx n="84" d="100"/>
          <a:sy n="84" d="100"/>
        </p:scale>
        <p:origin x="108" y="84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67BD3-C048-C2EE-A66E-55AA808A3A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F2D79A-0002-01A5-5FEE-3FF92DD35E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133B54-977B-4554-CFE2-83AB6679B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3A665-7BBD-494A-B4ED-157D136928B6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92550-D44D-B061-B69A-E5E8ADA26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4FCD65-9817-2D21-27BA-D41DBC223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DCDDB-00FD-4187-AADF-677B7CCA22A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0202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A76E-B58F-C6A9-7CF5-0C24DA76B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EDFEB-5A45-EBA5-9C49-F8C9BE05F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C07E4E-96D2-F72D-06BF-FA2A8FE0C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3A665-7BBD-494A-B4ED-157D136928B6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E0B14-BC57-5601-BDD1-853500535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681916-8106-6ED1-8B93-DC18D7061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DCDDB-00FD-4187-AADF-677B7CCA22A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1858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A6E84-79AF-24CD-73C9-B6F00F671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C889F6-4645-1CE1-BFFB-F83CFBC33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C1068E-3442-8919-7F8D-4628B6A99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3A665-7BBD-494A-B4ED-157D136928B6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C221A-CAAE-75D5-8A2E-52AC50602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5CFB7-CAD0-28A5-D663-BA1143C69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DCDDB-00FD-4187-AADF-677B7CCA22A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4894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49A86-6169-1838-4563-6DE3E1CC1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F99D4-6261-77B2-ADB5-CF156B51CE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B842E4-23EF-7A71-37BD-F77FA317F0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B6652A-4CAE-0603-9A9F-AF1DF2BF7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3A665-7BBD-494A-B4ED-157D136928B6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18F3D8-336A-1B98-ECED-33E1493B9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D0E400-1AF2-2440-E633-023F39673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DCDDB-00FD-4187-AADF-677B7CCA22A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8987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01001-FA99-623A-0F56-E719CB2B4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180BC-94FF-1603-1C04-62DA6104D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950A3C-5FE2-853C-C0F7-AEC6CAD370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95794A-B1E5-209E-D15E-EA769AE406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17F358-7964-73C6-876A-EAD3961A6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22CEB1-8309-6400-9622-04A6263EE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3A665-7BBD-494A-B4ED-157D136928B6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A7C8A3-0B42-D1E9-ACE6-CA1245641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8205A6-6D5B-8AA5-5E67-BF0E0C471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DCDDB-00FD-4187-AADF-677B7CCA22A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0136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1B79D-04A8-AFC5-B457-0F0249B61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0E25CE-DA5C-65F8-28BC-4F5269CFF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3A665-7BBD-494A-B4ED-157D136928B6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5952CA-BEF8-9784-1CC8-9AC25FB87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3F4E77-FB79-9F6C-F9F2-77CC6A83F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DCDDB-00FD-4187-AADF-677B7CCA22A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7749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08582E-795E-404B-A650-624D8E4E5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3A665-7BBD-494A-B4ED-157D136928B6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E6BD06-C689-703B-4AC0-DC7F2451A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FABB92-42E4-E47F-2D6E-C7FCB7D01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DCDDB-00FD-4187-AADF-677B7CCA22A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9669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38982-D563-7585-5F0F-A7E3CDF67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C85CC-E710-B6A8-A999-9E623097B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E74571-8625-77A2-C51E-9C5A31E4FC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0FDAF9-BBAD-92D3-7CFE-3C34F2DEC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3A665-7BBD-494A-B4ED-157D136928B6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FFB36D-5394-E5B5-1592-43839B086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0DFF65-8758-C950-155F-1737F3EAE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DCDDB-00FD-4187-AADF-677B7CCA22A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8327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2C1A9-CADD-A074-2B49-67AC2A7BB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703445-2688-4A6B-A3A5-61083E8A19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94B52B-7830-F317-78A6-24285402BF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D2CDEE-2435-C2A5-701F-4042BDFAB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3A665-7BBD-494A-B4ED-157D136928B6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7EA53B-9C64-CA51-7B5C-BE21874B0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75C53C-C2A4-0A79-9B60-BF98C87EE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DCDDB-00FD-4187-AADF-677B7CCA22A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6380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A1655-7EF8-C73A-4C6F-96220BEED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4BB540-C66D-3AB1-9912-CAE70372AB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5C343A-6D3D-72BA-7E79-FD35096E3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3A665-7BBD-494A-B4ED-157D136928B6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A7245-817F-35DE-1BB9-AED924CE0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58C5C6-5125-BDEE-5B37-207650EA6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DCDDB-00FD-4187-AADF-677B7CCA22A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4675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6468E4-C298-46A4-7943-53F12D225E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4DF790-6445-25E8-8569-E1A48C9A23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20570-EF63-5C1A-D6D1-7E6908354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3A665-7BBD-494A-B4ED-157D136928B6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1DC13E-5D9F-A9E4-0ABA-4B4580C9A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AD4EE-60D4-C040-D3BA-6A646BA2F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DCDDB-00FD-4187-AADF-677B7CCA22A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6373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14B171-E5B6-FB28-4904-1A58E533D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F61C7A-B909-B134-2BBB-455065497D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D43D69-5535-6F33-02A4-BEB9EC3ACF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33A665-7BBD-494A-B4ED-157D136928B6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23653-C2F5-C24F-31E4-FC67762FF0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97DE27-6575-7EBF-D7AD-5FB83B4E99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4DCDDB-00FD-4187-AADF-677B7CCA22A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9703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059F-299B-B240-032E-AF9DD5EAA6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Week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B5BA51-5001-6AED-6D2D-9365D71F7F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 err="1"/>
              <a:t>fLaSHinG</a:t>
            </a:r>
            <a:r>
              <a:rPr lang="de-DE" dirty="0"/>
              <a:t> </a:t>
            </a:r>
            <a:r>
              <a:rPr lang="de-DE" dirty="0" err="1"/>
              <a:t>rIoT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A </a:t>
            </a:r>
            <a:r>
              <a:rPr lang="de-DE" dirty="0" err="1"/>
              <a:t>broWSer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86255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56976-14CA-7466-9B07-5C937276E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Esptool</a:t>
            </a:r>
            <a:r>
              <a:rPr lang="de-DE" dirty="0"/>
              <a:t> </a:t>
            </a:r>
            <a:r>
              <a:rPr lang="de-DE" dirty="0" err="1"/>
              <a:t>dummy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A1051-67FB-10E2-9E59-3B7ED7709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RIOT </a:t>
            </a:r>
            <a:r>
              <a:rPr lang="de-DE" dirty="0" err="1"/>
              <a:t>uses</a:t>
            </a:r>
            <a:r>
              <a:rPr lang="de-DE" dirty="0"/>
              <a:t> </a:t>
            </a:r>
            <a:r>
              <a:rPr lang="de-DE" dirty="0" err="1"/>
              <a:t>its</a:t>
            </a:r>
            <a:r>
              <a:rPr lang="de-DE" dirty="0"/>
              <a:t> own </a:t>
            </a:r>
            <a:r>
              <a:rPr lang="de-DE" dirty="0" err="1"/>
              <a:t>esptool</a:t>
            </a:r>
            <a:r>
              <a:rPr lang="de-DE" dirty="0"/>
              <a:t>?!</a:t>
            </a:r>
          </a:p>
          <a:p>
            <a:r>
              <a:rPr lang="en-US" dirty="0"/>
              <a:t>at RIOT/</a:t>
            </a:r>
            <a:r>
              <a:rPr lang="en-US" dirty="0" err="1"/>
              <a:t>dist</a:t>
            </a:r>
            <a:r>
              <a:rPr lang="en-US" dirty="0"/>
              <a:t>/tools/</a:t>
            </a:r>
            <a:r>
              <a:rPr lang="en-US" dirty="0" err="1"/>
              <a:t>esptools</a:t>
            </a:r>
            <a:r>
              <a:rPr lang="en-US" dirty="0"/>
              <a:t>/</a:t>
            </a:r>
            <a:r>
              <a:rPr lang="en-US" dirty="0" err="1"/>
              <a:t>venv</a:t>
            </a:r>
            <a:r>
              <a:rPr lang="en-US" dirty="0"/>
              <a:t>/bin/</a:t>
            </a:r>
            <a:r>
              <a:rPr lang="en-US" dirty="0" err="1"/>
              <a:t>esptool</a:t>
            </a:r>
            <a:endParaRPr lang="de-DE" dirty="0"/>
          </a:p>
          <a:p>
            <a:pPr lvl="1"/>
            <a:r>
              <a:rPr lang="de-DE" dirty="0" err="1"/>
              <a:t>deeper</a:t>
            </a:r>
            <a:r>
              <a:rPr lang="de-DE" dirty="0"/>
              <a:t> </a:t>
            </a:r>
            <a:r>
              <a:rPr lang="de-DE" dirty="0" err="1"/>
              <a:t>look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needed</a:t>
            </a:r>
            <a:endParaRPr lang="de-DE" dirty="0"/>
          </a:p>
          <a:p>
            <a:r>
              <a:rPr lang="de-DE" dirty="0" err="1"/>
              <a:t>no</a:t>
            </a:r>
            <a:r>
              <a:rPr lang="de-DE" dirty="0"/>
              <a:t> easy </a:t>
            </a:r>
            <a:r>
              <a:rPr lang="de-DE" dirty="0" err="1"/>
              <a:t>hijacking</a:t>
            </a:r>
            <a:r>
              <a:rPr lang="de-DE" dirty="0"/>
              <a:t> </a:t>
            </a:r>
            <a:r>
              <a:rPr lang="de-DE" dirty="0" err="1"/>
              <a:t>through</a:t>
            </a:r>
            <a:r>
              <a:rPr lang="de-DE" dirty="0"/>
              <a:t> PATH </a:t>
            </a:r>
            <a:r>
              <a:rPr lang="de-DE" dirty="0" err="1"/>
              <a:t>environment</a:t>
            </a:r>
            <a:r>
              <a:rPr lang="de-DE" dirty="0"/>
              <a:t> variable </a:t>
            </a:r>
            <a:r>
              <a:rPr lang="de-DE" dirty="0" err="1"/>
              <a:t>or</a:t>
            </a:r>
            <a:r>
              <a:rPr lang="de-DE" dirty="0"/>
              <a:t> alias</a:t>
            </a:r>
          </a:p>
          <a:p>
            <a:endParaRPr lang="de-DE" dirty="0"/>
          </a:p>
          <a:p>
            <a:r>
              <a:rPr lang="de-DE" dirty="0"/>
              <a:t>fast and </a:t>
            </a:r>
            <a:r>
              <a:rPr lang="de-DE" dirty="0" err="1"/>
              <a:t>ugly</a:t>
            </a:r>
            <a:r>
              <a:rPr lang="de-DE" dirty="0"/>
              <a:t>: </a:t>
            </a:r>
            <a:r>
              <a:rPr lang="de-DE" dirty="0" err="1"/>
              <a:t>let</a:t>
            </a:r>
            <a:r>
              <a:rPr lang="de-DE" dirty="0"/>
              <a:t> </a:t>
            </a:r>
            <a:r>
              <a:rPr lang="de-DE" dirty="0" err="1"/>
              <a:t>flash</a:t>
            </a:r>
            <a:r>
              <a:rPr lang="de-DE" dirty="0"/>
              <a:t> fail + </a:t>
            </a:r>
            <a:r>
              <a:rPr lang="de-DE" dirty="0" err="1"/>
              <a:t>grep</a:t>
            </a:r>
            <a:r>
              <a:rPr lang="de-DE" dirty="0"/>
              <a:t> </a:t>
            </a:r>
            <a:r>
              <a:rPr lang="de-DE" dirty="0" err="1"/>
              <a:t>esptool</a:t>
            </a:r>
            <a:r>
              <a:rPr lang="de-DE" dirty="0"/>
              <a:t> </a:t>
            </a:r>
            <a:r>
              <a:rPr lang="de-DE" dirty="0" err="1"/>
              <a:t>flasher</a:t>
            </a:r>
            <a:r>
              <a:rPr lang="de-DE" dirty="0"/>
              <a:t> </a:t>
            </a:r>
            <a:r>
              <a:rPr lang="de-DE" dirty="0" err="1"/>
              <a:t>args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cl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71060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F299C-3555-99AA-8548-321EEE1FB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Flashing</a:t>
            </a:r>
            <a:r>
              <a:rPr lang="de-DE" dirty="0"/>
              <a:t> RIOT </a:t>
            </a:r>
            <a:r>
              <a:rPr lang="de-DE" dirty="0" err="1"/>
              <a:t>from</a:t>
            </a:r>
            <a:r>
              <a:rPr lang="de-DE" dirty="0"/>
              <a:t> a </a:t>
            </a:r>
            <a:r>
              <a:rPr lang="de-DE" dirty="0" err="1"/>
              <a:t>browser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93268-2C20-A0E7-3EA9-B1A52F6B3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successful</a:t>
            </a:r>
            <a:r>
              <a:rPr lang="de-DE" dirty="0"/>
              <a:t> </a:t>
            </a:r>
            <a:r>
              <a:rPr lang="de-DE" dirty="0" err="1"/>
              <a:t>usage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esptool</a:t>
            </a:r>
            <a:r>
              <a:rPr lang="de-DE" dirty="0"/>
              <a:t> in a </a:t>
            </a:r>
            <a:r>
              <a:rPr lang="de-DE" dirty="0" err="1"/>
              <a:t>webclient</a:t>
            </a:r>
            <a:endParaRPr lang="de-DE" dirty="0"/>
          </a:p>
          <a:p>
            <a:endParaRPr lang="de-DE" dirty="0"/>
          </a:p>
          <a:p>
            <a:r>
              <a:rPr lang="de-DE" dirty="0"/>
              <a:t>still </a:t>
            </a:r>
            <a:r>
              <a:rPr lang="de-DE" dirty="0" err="1"/>
              <a:t>clunky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many</a:t>
            </a:r>
            <a:r>
              <a:rPr lang="de-DE" dirty="0"/>
              <a:t> </a:t>
            </a:r>
            <a:r>
              <a:rPr lang="de-DE" dirty="0" err="1"/>
              <a:t>steps</a:t>
            </a:r>
            <a:r>
              <a:rPr lang="de-DE" dirty="0"/>
              <a:t>:</a:t>
            </a:r>
          </a:p>
          <a:p>
            <a:r>
              <a:rPr lang="de-DE" dirty="0" err="1"/>
              <a:t>run</a:t>
            </a:r>
            <a:r>
              <a:rPr lang="de-DE" dirty="0"/>
              <a:t> </a:t>
            </a:r>
            <a:r>
              <a:rPr lang="de-DE" dirty="0" err="1"/>
              <a:t>make</a:t>
            </a:r>
            <a:r>
              <a:rPr lang="de-DE" dirty="0"/>
              <a:t> </a:t>
            </a:r>
            <a:r>
              <a:rPr lang="de-DE" dirty="0" err="1"/>
              <a:t>flash</a:t>
            </a:r>
            <a:r>
              <a:rPr lang="de-DE" dirty="0"/>
              <a:t> + </a:t>
            </a:r>
            <a:r>
              <a:rPr lang="de-DE" dirty="0" err="1"/>
              <a:t>grep</a:t>
            </a:r>
            <a:r>
              <a:rPr lang="de-DE" dirty="0"/>
              <a:t> </a:t>
            </a:r>
            <a:r>
              <a:rPr lang="de-DE" dirty="0" err="1"/>
              <a:t>args</a:t>
            </a:r>
            <a:r>
              <a:rPr lang="de-DE" dirty="0"/>
              <a:t> -&gt; </a:t>
            </a:r>
            <a:r>
              <a:rPr lang="de-DE" dirty="0" err="1"/>
              <a:t>export</a:t>
            </a:r>
            <a:r>
              <a:rPr lang="de-DE" dirty="0"/>
              <a:t> to </a:t>
            </a:r>
            <a:r>
              <a:rPr lang="de-DE" dirty="0" err="1"/>
              <a:t>json</a:t>
            </a:r>
            <a:endParaRPr lang="de-DE" dirty="0"/>
          </a:p>
          <a:p>
            <a:r>
              <a:rPr lang="de-DE" dirty="0" err="1"/>
              <a:t>allow</a:t>
            </a:r>
            <a:r>
              <a:rPr lang="de-DE" dirty="0"/>
              <a:t> </a:t>
            </a:r>
            <a:r>
              <a:rPr lang="de-DE" dirty="0" err="1"/>
              <a:t>device</a:t>
            </a:r>
            <a:endParaRPr lang="de-DE" dirty="0"/>
          </a:p>
          <a:p>
            <a:r>
              <a:rPr lang="de-DE" dirty="0" err="1"/>
              <a:t>load</a:t>
            </a:r>
            <a:r>
              <a:rPr lang="de-DE" dirty="0"/>
              <a:t> </a:t>
            </a:r>
            <a:r>
              <a:rPr lang="de-DE" dirty="0" err="1"/>
              <a:t>json</a:t>
            </a:r>
            <a:r>
              <a:rPr lang="de-DE" dirty="0"/>
              <a:t> on </a:t>
            </a:r>
            <a:r>
              <a:rPr lang="de-DE" dirty="0" err="1"/>
              <a:t>webclient</a:t>
            </a:r>
            <a:endParaRPr lang="de-DE" dirty="0"/>
          </a:p>
          <a:p>
            <a:r>
              <a:rPr lang="de-DE" dirty="0"/>
              <a:t>open </a:t>
            </a:r>
            <a:r>
              <a:rPr lang="de-DE" dirty="0" err="1"/>
              <a:t>binaries</a:t>
            </a:r>
            <a:r>
              <a:rPr lang="de-DE" dirty="0"/>
              <a:t> </a:t>
            </a:r>
            <a:r>
              <a:rPr lang="de-DE" dirty="0" err="1"/>
              <a:t>individually</a:t>
            </a:r>
            <a:endParaRPr lang="de-DE" dirty="0"/>
          </a:p>
          <a:p>
            <a:r>
              <a:rPr lang="de-DE" dirty="0" err="1"/>
              <a:t>flash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61586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A62F6-FCAF-2A36-7B8E-C770840B4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Why</a:t>
            </a:r>
            <a:r>
              <a:rPr lang="de-DE" dirty="0"/>
              <a:t> so </a:t>
            </a:r>
            <a:r>
              <a:rPr lang="de-DE" dirty="0" err="1"/>
              <a:t>bad</a:t>
            </a:r>
            <a:r>
              <a:rPr lang="de-DE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68388-89AC-1B10-E5D4-3D99BB5DE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currently</a:t>
            </a:r>
            <a:r>
              <a:rPr lang="de-DE" dirty="0"/>
              <a:t>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client</a:t>
            </a:r>
            <a:r>
              <a:rPr lang="de-DE" dirty="0"/>
              <a:t> – host </a:t>
            </a:r>
            <a:r>
              <a:rPr lang="de-DE" dirty="0" err="1"/>
              <a:t>communication</a:t>
            </a:r>
            <a:endParaRPr lang="de-DE" dirty="0"/>
          </a:p>
          <a:p>
            <a:r>
              <a:rPr lang="de-DE" dirty="0" err="1"/>
              <a:t>client</a:t>
            </a:r>
            <a:r>
              <a:rPr lang="de-DE" dirty="0"/>
              <a:t> </a:t>
            </a:r>
            <a:r>
              <a:rPr lang="de-DE" dirty="0" err="1"/>
              <a:t>could</a:t>
            </a:r>
            <a:r>
              <a:rPr lang="de-DE" dirty="0"/>
              <a:t> </a:t>
            </a:r>
            <a:r>
              <a:rPr lang="de-DE" dirty="0" err="1"/>
              <a:t>issue</a:t>
            </a:r>
            <a:r>
              <a:rPr lang="de-DE" dirty="0"/>
              <a:t> bash </a:t>
            </a:r>
            <a:r>
              <a:rPr lang="de-DE" dirty="0" err="1"/>
              <a:t>commands</a:t>
            </a:r>
            <a:r>
              <a:rPr lang="de-DE" dirty="0"/>
              <a:t> on </a:t>
            </a:r>
            <a:r>
              <a:rPr lang="de-DE" dirty="0" err="1"/>
              <a:t>server</a:t>
            </a:r>
            <a:r>
              <a:rPr lang="de-DE" dirty="0"/>
              <a:t>, but </a:t>
            </a:r>
            <a:r>
              <a:rPr lang="de-DE" dirty="0" err="1"/>
              <a:t>its</a:t>
            </a:r>
            <a:r>
              <a:rPr lang="de-DE" dirty="0"/>
              <a:t> a </a:t>
            </a:r>
            <a:r>
              <a:rPr lang="de-DE" dirty="0" err="1"/>
              <a:t>major</a:t>
            </a:r>
            <a:r>
              <a:rPr lang="de-DE" dirty="0"/>
              <a:t> </a:t>
            </a:r>
            <a:r>
              <a:rPr lang="de-DE" dirty="0" err="1"/>
              <a:t>security</a:t>
            </a:r>
            <a:r>
              <a:rPr lang="de-DE" dirty="0"/>
              <a:t> </a:t>
            </a:r>
            <a:r>
              <a:rPr lang="de-DE" dirty="0" err="1"/>
              <a:t>concern</a:t>
            </a:r>
            <a:r>
              <a:rPr lang="de-DE" dirty="0"/>
              <a:t> -&gt; </a:t>
            </a:r>
            <a:r>
              <a:rPr lang="de-DE" dirty="0" err="1"/>
              <a:t>preset</a:t>
            </a:r>
            <a:r>
              <a:rPr lang="de-DE" dirty="0"/>
              <a:t> </a:t>
            </a:r>
            <a:r>
              <a:rPr lang="de-DE" dirty="0" err="1"/>
              <a:t>commands</a:t>
            </a:r>
            <a:r>
              <a:rPr lang="de-DE" dirty="0"/>
              <a:t>, still </a:t>
            </a:r>
            <a:r>
              <a:rPr lang="de-DE" dirty="0" err="1"/>
              <a:t>build</a:t>
            </a:r>
            <a:r>
              <a:rPr lang="de-DE" dirty="0"/>
              <a:t> and </a:t>
            </a:r>
            <a:r>
              <a:rPr lang="de-DE" dirty="0" err="1"/>
              <a:t>flash</a:t>
            </a:r>
            <a:r>
              <a:rPr lang="de-DE" dirty="0"/>
              <a:t> </a:t>
            </a:r>
            <a:r>
              <a:rPr lang="de-DE" dirty="0" err="1"/>
              <a:t>consumes</a:t>
            </a:r>
            <a:r>
              <a:rPr lang="de-DE" dirty="0"/>
              <a:t> </a:t>
            </a:r>
            <a:r>
              <a:rPr lang="de-DE" dirty="0" err="1"/>
              <a:t>plenty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resources</a:t>
            </a:r>
            <a:endParaRPr lang="de-DE" dirty="0"/>
          </a:p>
          <a:p>
            <a:r>
              <a:rPr lang="de-DE" dirty="0" err="1"/>
              <a:t>client</a:t>
            </a:r>
            <a:r>
              <a:rPr lang="de-DE" dirty="0"/>
              <a:t> </a:t>
            </a:r>
            <a:r>
              <a:rPr lang="de-DE" dirty="0" err="1"/>
              <a:t>would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to </a:t>
            </a:r>
            <a:r>
              <a:rPr lang="de-DE" dirty="0" err="1"/>
              <a:t>request</a:t>
            </a:r>
            <a:r>
              <a:rPr lang="de-DE" dirty="0"/>
              <a:t> and </a:t>
            </a:r>
            <a:r>
              <a:rPr lang="de-DE" dirty="0" err="1"/>
              <a:t>wait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a </a:t>
            </a:r>
            <a:r>
              <a:rPr lang="de-DE" dirty="0" err="1"/>
              <a:t>copy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binaries</a:t>
            </a:r>
            <a:r>
              <a:rPr lang="de-DE" dirty="0"/>
              <a:t> + </a:t>
            </a:r>
            <a:r>
              <a:rPr lang="de-DE" dirty="0" err="1"/>
              <a:t>meta</a:t>
            </a:r>
            <a:endParaRPr lang="de-DE" dirty="0"/>
          </a:p>
          <a:p>
            <a:pPr lvl="1"/>
            <a:r>
              <a:rPr lang="de-DE" dirty="0" err="1"/>
              <a:t>requires</a:t>
            </a:r>
            <a:r>
              <a:rPr lang="de-DE" dirty="0"/>
              <a:t> a </a:t>
            </a:r>
            <a:r>
              <a:rPr lang="de-DE" dirty="0" err="1"/>
              <a:t>dedicated</a:t>
            </a:r>
            <a:r>
              <a:rPr lang="de-DE" dirty="0"/>
              <a:t> stream</a:t>
            </a:r>
          </a:p>
          <a:p>
            <a:r>
              <a:rPr lang="de-DE" dirty="0" err="1"/>
              <a:t>client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ready</a:t>
            </a:r>
            <a:r>
              <a:rPr lang="de-DE" dirty="0"/>
              <a:t> to </a:t>
            </a:r>
            <a:r>
              <a:rPr lang="de-DE" dirty="0" err="1"/>
              <a:t>flash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08868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53178-EC56-DC08-011E-8FFD9D1CD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VS Code Extension – </a:t>
            </a:r>
            <a:r>
              <a:rPr lang="de-DE" dirty="0" err="1"/>
              <a:t>another</a:t>
            </a:r>
            <a:r>
              <a:rPr lang="de-DE" dirty="0"/>
              <a:t> pitch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6A4BF-0D51-6E44-A52D-0D02D3F6A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runs</a:t>
            </a:r>
            <a:r>
              <a:rPr lang="de-DE" dirty="0"/>
              <a:t> </a:t>
            </a:r>
            <a:r>
              <a:rPr lang="de-DE" dirty="0" err="1"/>
              <a:t>natively</a:t>
            </a:r>
            <a:r>
              <a:rPr lang="de-DE" dirty="0"/>
              <a:t> in code-server</a:t>
            </a:r>
          </a:p>
          <a:p>
            <a:r>
              <a:rPr lang="de-DE" dirty="0" err="1"/>
              <a:t>manages</a:t>
            </a:r>
            <a:r>
              <a:rPr lang="de-DE" dirty="0"/>
              <a:t> remote </a:t>
            </a:r>
            <a:r>
              <a:rPr lang="de-DE" dirty="0" err="1"/>
              <a:t>project</a:t>
            </a:r>
            <a:r>
              <a:rPr lang="de-DE" dirty="0"/>
              <a:t> </a:t>
            </a:r>
            <a:r>
              <a:rPr lang="de-DE" dirty="0" err="1"/>
              <a:t>files</a:t>
            </a:r>
            <a:r>
              <a:rPr lang="de-DE" dirty="0"/>
              <a:t> </a:t>
            </a:r>
            <a:r>
              <a:rPr lang="de-DE" dirty="0" err="1"/>
              <a:t>transparently</a:t>
            </a:r>
            <a:r>
              <a:rPr lang="de-DE" dirty="0"/>
              <a:t> (</a:t>
            </a:r>
            <a:r>
              <a:rPr lang="de-DE" dirty="0" err="1"/>
              <a:t>vscode.workspace.fs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easy </a:t>
            </a:r>
            <a:r>
              <a:rPr lang="de-DE" dirty="0" err="1"/>
              <a:t>fetching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binaries</a:t>
            </a:r>
            <a:r>
              <a:rPr lang="de-DE" dirty="0"/>
              <a:t> + </a:t>
            </a:r>
            <a:r>
              <a:rPr lang="de-DE" dirty="0" err="1"/>
              <a:t>meta</a:t>
            </a:r>
            <a:r>
              <a:rPr lang="de-DE" dirty="0"/>
              <a:t> </a:t>
            </a:r>
          </a:p>
          <a:p>
            <a:r>
              <a:rPr lang="de-DE" dirty="0" err="1"/>
              <a:t>best</a:t>
            </a:r>
            <a:r>
              <a:rPr lang="de-DE" dirty="0"/>
              <a:t> UI / Tool </a:t>
            </a:r>
            <a:r>
              <a:rPr lang="de-DE" dirty="0" err="1"/>
              <a:t>integration</a:t>
            </a:r>
            <a:endParaRPr lang="de-DE" dirty="0"/>
          </a:p>
          <a:p>
            <a:endParaRPr lang="de-DE" dirty="0"/>
          </a:p>
          <a:p>
            <a:r>
              <a:rPr lang="de-DE" dirty="0" err="1"/>
              <a:t>future</a:t>
            </a:r>
            <a:r>
              <a:rPr lang="de-DE" dirty="0"/>
              <a:t> </a:t>
            </a:r>
            <a:r>
              <a:rPr lang="de-DE" dirty="0" err="1"/>
              <a:t>possibility</a:t>
            </a:r>
            <a:r>
              <a:rPr lang="de-DE" dirty="0"/>
              <a:t>: </a:t>
            </a:r>
            <a:r>
              <a:rPr lang="de-DE" dirty="0" err="1"/>
              <a:t>seamless</a:t>
            </a:r>
            <a:r>
              <a:rPr lang="de-DE" dirty="0"/>
              <a:t> </a:t>
            </a:r>
            <a:r>
              <a:rPr lang="de-DE" dirty="0" err="1"/>
              <a:t>experience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</a:t>
            </a:r>
            <a:r>
              <a:rPr lang="de-DE" dirty="0" err="1"/>
              <a:t>local</a:t>
            </a:r>
            <a:r>
              <a:rPr lang="de-DE" dirty="0"/>
              <a:t> and remote</a:t>
            </a:r>
          </a:p>
          <a:p>
            <a:pPr lvl="1"/>
            <a:r>
              <a:rPr lang="de-DE" dirty="0" err="1"/>
              <a:t>question</a:t>
            </a:r>
            <a:r>
              <a:rPr lang="de-DE" dirty="0"/>
              <a:t>: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exactly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task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? –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contain</a:t>
            </a:r>
            <a:r>
              <a:rPr lang="de-DE" dirty="0"/>
              <a:t> </a:t>
            </a:r>
            <a:r>
              <a:rPr lang="de-DE" dirty="0" err="1"/>
              <a:t>flashing</a:t>
            </a:r>
            <a:r>
              <a:rPr lang="de-DE" dirty="0"/>
              <a:t> and </a:t>
            </a:r>
            <a:r>
              <a:rPr lang="de-DE" dirty="0" err="1"/>
              <a:t>serial</a:t>
            </a:r>
            <a:r>
              <a:rPr lang="de-DE" dirty="0"/>
              <a:t> </a:t>
            </a:r>
            <a:r>
              <a:rPr lang="de-DE" dirty="0" err="1"/>
              <a:t>consoles</a:t>
            </a:r>
            <a:r>
              <a:rPr lang="de-DE" dirty="0"/>
              <a:t> </a:t>
            </a:r>
            <a:r>
              <a:rPr lang="de-DE" dirty="0" err="1"/>
              <a:t>inside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extension</a:t>
            </a:r>
            <a:r>
              <a:rPr lang="de-DE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825530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D57E9-5CEC-6B6B-B2F4-96B77223D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Open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92B5E-8594-BC49-5971-AD1796E8F9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 err="1"/>
              <a:t>WebSerial</a:t>
            </a:r>
            <a:r>
              <a:rPr lang="de-DE" dirty="0"/>
              <a:t> / </a:t>
            </a:r>
            <a:r>
              <a:rPr lang="de-DE" dirty="0" err="1"/>
              <a:t>WebUSB</a:t>
            </a:r>
            <a:r>
              <a:rPr lang="de-DE" dirty="0"/>
              <a:t> </a:t>
            </a:r>
            <a:r>
              <a:rPr lang="de-DE" dirty="0" err="1"/>
              <a:t>over</a:t>
            </a:r>
            <a:r>
              <a:rPr lang="de-DE" dirty="0"/>
              <a:t> remote </a:t>
            </a:r>
            <a:r>
              <a:rPr lang="de-DE" dirty="0" err="1"/>
              <a:t>connections</a:t>
            </a:r>
            <a:r>
              <a:rPr lang="de-DE" dirty="0"/>
              <a:t> in HTTPS </a:t>
            </a:r>
            <a:r>
              <a:rPr lang="de-DE" dirty="0" err="1"/>
              <a:t>only</a:t>
            </a:r>
            <a:endParaRPr lang="de-DE" dirty="0"/>
          </a:p>
          <a:p>
            <a:r>
              <a:rPr lang="de-DE" dirty="0"/>
              <a:t>Device </a:t>
            </a:r>
            <a:r>
              <a:rPr lang="de-DE" dirty="0" err="1"/>
              <a:t>identification</a:t>
            </a:r>
            <a:r>
              <a:rPr lang="de-DE" dirty="0"/>
              <a:t>:</a:t>
            </a:r>
          </a:p>
          <a:p>
            <a:pPr lvl="1"/>
            <a:r>
              <a:rPr lang="de-DE" dirty="0"/>
              <a:t>Serial: </a:t>
            </a:r>
            <a:r>
              <a:rPr lang="de-DE" dirty="0" err="1"/>
              <a:t>vendorID</a:t>
            </a:r>
            <a:r>
              <a:rPr lang="de-DE" dirty="0"/>
              <a:t>, </a:t>
            </a:r>
            <a:r>
              <a:rPr lang="de-DE" dirty="0" err="1"/>
              <a:t>productID</a:t>
            </a:r>
            <a:endParaRPr lang="de-DE" dirty="0"/>
          </a:p>
          <a:p>
            <a:pPr lvl="1"/>
            <a:r>
              <a:rPr lang="de-DE" dirty="0"/>
              <a:t>USB: </a:t>
            </a:r>
            <a:r>
              <a:rPr lang="de-DE" dirty="0" err="1"/>
              <a:t>vendorID</a:t>
            </a:r>
            <a:r>
              <a:rPr lang="de-DE" dirty="0"/>
              <a:t>, </a:t>
            </a:r>
            <a:r>
              <a:rPr lang="de-DE" dirty="0" err="1"/>
              <a:t>productID</a:t>
            </a:r>
            <a:r>
              <a:rPr lang="de-DE" dirty="0"/>
              <a:t>, </a:t>
            </a:r>
            <a:r>
              <a:rPr lang="de-DE" dirty="0" err="1"/>
              <a:t>manufacturer</a:t>
            </a:r>
            <a:r>
              <a:rPr lang="de-DE" dirty="0"/>
              <a:t>(</a:t>
            </a:r>
            <a:r>
              <a:rPr lang="de-DE" dirty="0" err="1"/>
              <a:t>opt</a:t>
            </a:r>
            <a:r>
              <a:rPr lang="de-DE" dirty="0"/>
              <a:t>.)</a:t>
            </a:r>
          </a:p>
          <a:p>
            <a:r>
              <a:rPr lang="de-DE" dirty="0"/>
              <a:t>Device </a:t>
            </a:r>
            <a:r>
              <a:rPr lang="de-DE" dirty="0" err="1"/>
              <a:t>permission</a:t>
            </a:r>
            <a:r>
              <a:rPr lang="de-DE" dirty="0"/>
              <a:t>:</a:t>
            </a:r>
          </a:p>
          <a:p>
            <a:pPr lvl="1"/>
            <a:r>
              <a:rPr lang="de-DE" dirty="0"/>
              <a:t>Serial OR USB </a:t>
            </a:r>
            <a:r>
              <a:rPr lang="de-DE" dirty="0" err="1"/>
              <a:t>must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known</a:t>
            </a:r>
            <a:r>
              <a:rPr lang="de-DE" dirty="0"/>
              <a:t> </a:t>
            </a:r>
            <a:r>
              <a:rPr lang="de-DE" dirty="0" err="1"/>
              <a:t>beforehand</a:t>
            </a:r>
            <a:endParaRPr lang="de-DE" dirty="0"/>
          </a:p>
          <a:p>
            <a:r>
              <a:rPr lang="de-DE" dirty="0" err="1"/>
              <a:t>build</a:t>
            </a:r>
            <a:r>
              <a:rPr lang="de-DE" dirty="0"/>
              <a:t> </a:t>
            </a:r>
            <a:r>
              <a:rPr lang="de-DE" dirty="0" err="1"/>
              <a:t>system</a:t>
            </a:r>
            <a:r>
              <a:rPr lang="de-DE" dirty="0"/>
              <a:t> interface</a:t>
            </a:r>
          </a:p>
          <a:p>
            <a:pPr lvl="1"/>
            <a:r>
              <a:rPr lang="de-DE" dirty="0" err="1"/>
              <a:t>fetch</a:t>
            </a:r>
            <a:r>
              <a:rPr lang="de-DE" dirty="0"/>
              <a:t> </a:t>
            </a:r>
            <a:r>
              <a:rPr lang="de-DE" dirty="0" err="1"/>
              <a:t>necessary</a:t>
            </a:r>
            <a:r>
              <a:rPr lang="de-DE" dirty="0"/>
              <a:t> </a:t>
            </a:r>
            <a:r>
              <a:rPr lang="de-DE" dirty="0" err="1"/>
              <a:t>flashing</a:t>
            </a:r>
            <a:r>
              <a:rPr lang="de-DE" dirty="0"/>
              <a:t> </a:t>
            </a:r>
            <a:r>
              <a:rPr lang="de-DE" dirty="0" err="1"/>
              <a:t>info</a:t>
            </a:r>
            <a:endParaRPr lang="de-DE" dirty="0"/>
          </a:p>
          <a:p>
            <a:pPr lvl="1"/>
            <a:r>
              <a:rPr lang="de-DE" dirty="0"/>
              <a:t>not </a:t>
            </a:r>
            <a:r>
              <a:rPr lang="de-DE" dirty="0" err="1"/>
              <a:t>touching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build</a:t>
            </a:r>
            <a:r>
              <a:rPr lang="de-DE" dirty="0"/>
              <a:t> </a:t>
            </a:r>
            <a:r>
              <a:rPr lang="de-DE" dirty="0" err="1"/>
              <a:t>system</a:t>
            </a:r>
            <a:endParaRPr lang="de-DE" dirty="0"/>
          </a:p>
          <a:p>
            <a:pPr lvl="1"/>
            <a:r>
              <a:rPr lang="de-DE" dirty="0" err="1"/>
              <a:t>grep</a:t>
            </a:r>
            <a:r>
              <a:rPr lang="de-DE" dirty="0"/>
              <a:t> </a:t>
            </a:r>
            <a:r>
              <a:rPr lang="de-DE" dirty="0" err="1"/>
              <a:t>isn‘t</a:t>
            </a:r>
            <a:r>
              <a:rPr lang="de-DE" dirty="0"/>
              <a:t> </a:t>
            </a:r>
            <a:r>
              <a:rPr lang="de-DE" dirty="0" err="1"/>
              <a:t>pretty</a:t>
            </a:r>
            <a:r>
              <a:rPr lang="de-DE" dirty="0"/>
              <a:t> + </a:t>
            </a:r>
            <a:r>
              <a:rPr lang="de-DE" dirty="0" err="1"/>
              <a:t>may</a:t>
            </a:r>
            <a:r>
              <a:rPr lang="de-DE" dirty="0"/>
              <a:t> not </a:t>
            </a:r>
            <a:r>
              <a:rPr lang="de-DE" dirty="0" err="1"/>
              <a:t>work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flashers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06186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766A4-BE54-63FD-7918-8CB61B35C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Up Next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8443B-E0FE-F4F2-E99C-0A8ED6D582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integrate</a:t>
            </a:r>
            <a:r>
              <a:rPr lang="de-DE" dirty="0"/>
              <a:t> </a:t>
            </a:r>
            <a:r>
              <a:rPr lang="de-DE" dirty="0" err="1"/>
              <a:t>flasher</a:t>
            </a:r>
            <a:r>
              <a:rPr lang="de-DE" dirty="0"/>
              <a:t> in </a:t>
            </a:r>
            <a:r>
              <a:rPr lang="de-DE" dirty="0" err="1"/>
              <a:t>extension</a:t>
            </a:r>
            <a:endParaRPr lang="de-DE" dirty="0"/>
          </a:p>
          <a:p>
            <a:r>
              <a:rPr lang="de-DE" dirty="0"/>
              <a:t>manage </a:t>
            </a:r>
            <a:r>
              <a:rPr lang="de-DE" dirty="0" err="1"/>
              <a:t>resources</a:t>
            </a:r>
            <a:r>
              <a:rPr lang="de-DE" dirty="0"/>
              <a:t> and </a:t>
            </a:r>
            <a:r>
              <a:rPr lang="de-DE" dirty="0" err="1"/>
              <a:t>commands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vscode</a:t>
            </a:r>
            <a:r>
              <a:rPr lang="de-DE" dirty="0"/>
              <a:t> API</a:t>
            </a:r>
          </a:p>
        </p:txBody>
      </p:sp>
    </p:spTree>
    <p:extLst>
      <p:ext uri="{BB962C8B-B14F-4D97-AF65-F5344CB8AC3E}">
        <p14:creationId xmlns:p14="http://schemas.microsoft.com/office/powerpoint/2010/main" val="2321864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295</Words>
  <Application>Microsoft Office PowerPoint</Application>
  <PresentationFormat>Widescreen</PresentationFormat>
  <Paragraphs>46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Week 3</vt:lpstr>
      <vt:lpstr>Esptool dummy</vt:lpstr>
      <vt:lpstr>Flashing RIOT from a browser</vt:lpstr>
      <vt:lpstr>Why so bad?</vt:lpstr>
      <vt:lpstr>VS Code Extension – another pitch</vt:lpstr>
      <vt:lpstr>Open Problems</vt:lpstr>
      <vt:lpstr>Up Next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cheater 78</dc:creator>
  <cp:lastModifiedBy>cheater 78</cp:lastModifiedBy>
  <cp:revision>13</cp:revision>
  <dcterms:created xsi:type="dcterms:W3CDTF">2025-11-03T16:54:02Z</dcterms:created>
  <dcterms:modified xsi:type="dcterms:W3CDTF">2025-11-03T18:55:48Z</dcterms:modified>
</cp:coreProperties>
</file>