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2768DC7-DC4A-4811-9833-F70F67A509CA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6DA2060-3C37-4B3D-A1AC-289DE76C7F3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28B77F6-52C0-4457-8E3E-2658D9E3EC6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C2A5DAB-64FC-438C-B590-AAE0AE8D50C1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94DA1B71-C158-4B68-A61F-3AA253E10B5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3533D7E-93C0-4289-9982-2C25DF6DDDE2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D43097A-42EF-420F-BD4E-9D9EB2CAB08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07CD1B9-0FD7-435D-9C23-0AA5E95620F3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3DD1EF2-1B0E-42CC-B44F-7ED10C90D14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716E549E-1A55-4F88-81C8-8E8A2F0D922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8CE8E23A-6CFA-48DB-B933-B29990D6AA7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DA0E0-864D-4A9F-8049-83F5A0864B13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F4CD5C-F927-42DF-B982-B33CB3033C82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2A75F-EEF4-4445-B3EA-11DB2A45656F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71BE1-F34A-470A-ACC0-7F3D675CE9BB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6A5909-1F8C-427F-BF00-7D2A28D714B8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2BCB9D-2F85-4F23-84FF-5B4049268058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45C46-B298-40E4-93D1-1789BF5FFD19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5B563-94F8-43F1-8620-E35C8F9EC11D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3F3E1-A728-451B-A89C-B6845E0C5A8B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32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de-DE" sz="24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de-DE" sz="2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9E8498-1F51-4819-B069-9E13F5B1FF09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de-DE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de-DE"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5B8DAC-516F-4182-80FC-4E2351437DF5}" type="slidenum">
              <a:rPr lang="de-DE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strike="noStrike" spc="-1">
                <a:solidFill>
                  <a:schemeClr val="dk1"/>
                </a:solidFill>
                <a:latin typeface="Aptos Display"/>
              </a:rPr>
              <a:t>Week 05</a:t>
            </a:r>
            <a:endParaRPr lang="de-DE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make export flash pretty, but also the other one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strike="noStrike" spc="-1">
                <a:solidFill>
                  <a:schemeClr val="dk1"/>
                </a:solidFill>
                <a:latin typeface="Aptos Display"/>
              </a:rPr>
              <a:t>RIOT-WEB-FLASH-EXT-PROTOTYPE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 dirty="0">
                <a:solidFill>
                  <a:schemeClr val="dk1"/>
                </a:solidFill>
                <a:latin typeface="Aptos"/>
              </a:rPr>
              <a:t>Serial / </a:t>
            </a:r>
            <a:r>
              <a:rPr lang="de-DE" sz="2800" b="0" strike="noStrike" spc="-1" dirty="0" err="1">
                <a:solidFill>
                  <a:schemeClr val="dk1"/>
                </a:solidFill>
                <a:latin typeface="Aptos"/>
              </a:rPr>
              <a:t>Flasher</a:t>
            </a:r>
            <a:r>
              <a:rPr lang="de-DE" sz="2800" b="0" strike="noStrike" spc="-1" dirty="0">
                <a:solidFill>
                  <a:schemeClr val="dk1"/>
                </a:solidFill>
                <a:latin typeface="Aptos"/>
              </a:rPr>
              <a:t> Terminal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doesn’t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break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when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moving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in UI</a:t>
            </a:r>
          </a:p>
          <a:p>
            <a:pPr marL="1296000" lvl="5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sounds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given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? –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it’s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not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Mutli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device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support</a:t>
            </a: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sz="2800" b="0" strike="noStrike" spc="-1" dirty="0" err="1">
                <a:solidFill>
                  <a:schemeClr val="dk1"/>
                </a:solidFill>
                <a:latin typeface="Aptos"/>
              </a:rPr>
              <a:t>some</a:t>
            </a:r>
            <a:r>
              <a:rPr lang="de-DE" sz="28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800" b="0" strike="noStrike" spc="-1" dirty="0" err="1">
                <a:solidFill>
                  <a:schemeClr val="dk1"/>
                </a:solidFill>
                <a:latin typeface="Aptos"/>
              </a:rPr>
              <a:t>other</a:t>
            </a:r>
            <a:r>
              <a:rPr lang="de-DE" sz="28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800" b="0" strike="noStrike" spc="-1" dirty="0" err="1">
                <a:solidFill>
                  <a:schemeClr val="dk1"/>
                </a:solidFill>
                <a:latin typeface="Aptos"/>
              </a:rPr>
              <a:t>stuff</a:t>
            </a:r>
            <a:endParaRPr lang="de-DE" sz="2800" b="0" strike="noStrike" spc="-1" dirty="0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rework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of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extension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for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easier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maintenance</a:t>
            </a:r>
            <a:endParaRPr lang="de-DE" sz="2400" b="0" strike="noStrike" spc="-1" dirty="0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experiments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with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terminal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hijacking</a:t>
            </a:r>
            <a:endParaRPr lang="de-DE" sz="2400" b="0" strike="noStrike" spc="-1" dirty="0">
              <a:solidFill>
                <a:schemeClr val="dk1"/>
              </a:solidFill>
              <a:latin typeface="Aptos"/>
            </a:endParaRPr>
          </a:p>
          <a:p>
            <a:pPr marL="1296000" lvl="5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noticed</a:t>
            </a:r>
            <a:r>
              <a:rPr lang="de-DE" sz="2400" b="0" strike="noStrike" spc="-1" dirty="0">
                <a:solidFill>
                  <a:schemeClr val="dk1"/>
                </a:solidFill>
                <a:latin typeface="Aptos"/>
              </a:rPr>
              <a:t> </a:t>
            </a:r>
            <a:r>
              <a:rPr lang="de-DE" sz="2400" b="0" strike="noStrike" spc="-1" dirty="0" err="1">
                <a:solidFill>
                  <a:schemeClr val="dk1"/>
                </a:solidFill>
                <a:latin typeface="Aptos"/>
              </a:rPr>
              <a:t>problems</a:t>
            </a:r>
            <a:endParaRPr lang="de-DE" sz="2400" b="0" strike="noStrike" spc="-1" dirty="0">
              <a:solidFill>
                <a:schemeClr val="dk1"/>
              </a:solidFill>
              <a:latin typeface="Apto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de-DE" sz="200" b="0" strike="noStrike" spc="-1" dirty="0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strike="noStrike" spc="-1">
                <a:solidFill>
                  <a:schemeClr val="dk1"/>
                </a:solidFill>
                <a:latin typeface="Aptos Display"/>
              </a:rPr>
              <a:t>Build system requirements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make flash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no way to hijack existing terminals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create own pseudoterminal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build a completely new term from scratch? - no</a:t>
            </a: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  <a:ea typeface="Noto Sans CJK SC"/>
              </a:rPr>
              <a:t>button to flash (alr exists)</a:t>
            </a:r>
            <a:endParaRPr lang="de-DE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can just „easily“ call a script (or make flash)</a:t>
            </a: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make term</a:t>
            </a: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button for serial console (alr exists)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strike="noStrike" spc="-1">
                <a:solidFill>
                  <a:schemeClr val="dk1"/>
                </a:solidFill>
                <a:latin typeface="Aptos Display"/>
              </a:rPr>
              <a:t>Makefiles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919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small rework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integrated script call into Makefiles (programmer.inc.mk)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env RIOT_WEB_FLASH=1 for flasher_arg export instead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set in Dockerfile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  <a:ea typeface="Noto Sans CJK SC"/>
              </a:rPr>
              <a:t>in ./bin</a:t>
            </a: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/&lt;board_name&gt;/flasher_args.json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export scripts in RIOT/dist/tools/export_flasher_args/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export_flasher_args.sh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export_flasher_args_esptool.sh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caveat: export calls make debug → could just pass $FFLAGS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strike="noStrike" spc="-1">
                <a:solidFill>
                  <a:schemeClr val="dk1"/>
                </a:solidFill>
                <a:latin typeface="Aptos Display"/>
              </a:rPr>
              <a:t>Concept / TODO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919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cleanup export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Riot Web Flash Ext consumes flasher_args.json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FileWatcher in VSCode API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trigger flash to a device on file create callback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requires some device management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select BOARD or read from command(doesn’t work for Button)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active Device → unclear correlation: /dev/USB0 – COMi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requires some project management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active project (per device? vv.?)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strike="noStrike" spc="-1">
                <a:solidFill>
                  <a:schemeClr val="dk1"/>
                </a:solidFill>
                <a:latin typeface="Aptos Display"/>
              </a:rPr>
              <a:t>Concept / TODO 2</a:t>
            </a:r>
            <a:endParaRPr lang="de-DE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919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strike="noStrike" spc="-1">
                <a:solidFill>
                  <a:schemeClr val="dk1"/>
                </a:solidFill>
                <a:latin typeface="Aptos"/>
              </a:rPr>
              <a:t>make term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creates another signaling file (containing baud)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chemeClr val="dk1"/>
                </a:solidFill>
                <a:latin typeface="Aptos"/>
              </a:rPr>
              <a:t>again consumed by extsnsion to open serial connection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279</Words>
  <Application>Microsoft Office PowerPoint</Application>
  <PresentationFormat>Breitbild</PresentationFormat>
  <Paragraphs>44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6</vt:i4>
      </vt:variant>
    </vt:vector>
  </HeadingPairs>
  <TitlesOfParts>
    <vt:vector size="23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Week 05</vt:lpstr>
      <vt:lpstr>RIOT-WEB-FLASH-EXT-PROTOTYPE</vt:lpstr>
      <vt:lpstr>Build system requirements</vt:lpstr>
      <vt:lpstr>Makefiles</vt:lpstr>
      <vt:lpstr>Concept / TODO</vt:lpstr>
      <vt:lpstr>Concept / TODO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cheater 78</dc:creator>
  <dc:description/>
  <cp:lastModifiedBy>Fabio Lehmberg</cp:lastModifiedBy>
  <cp:revision>11</cp:revision>
  <dcterms:created xsi:type="dcterms:W3CDTF">2025-11-10T15:12:53Z</dcterms:created>
  <dcterms:modified xsi:type="dcterms:W3CDTF">2025-11-18T12:25:58Z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