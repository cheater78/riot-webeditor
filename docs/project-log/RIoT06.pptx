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441898-6F95-4E17-97E7-3ACD6E88E9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294445-1491-41E3-BF18-9F227F3EE7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69A4642-B75B-4E46-B738-AF14D088C0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F81A0A4-59F8-4B1A-9092-645A25BFB4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69A2EC0-B5EE-4DD2-B375-1925F7258B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F5EEA2D-509B-4887-BE4D-2C9A2B43978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7079B0B-A2FA-41C8-8BC6-9EA96EA087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CB15BD9-057D-4BEF-867A-91F9D98F87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ED144AA-6759-41CB-A3E5-5055781374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6180828-FCB8-4A61-A8EE-C90EDF18D1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2511758-C288-4959-A414-5B5D03DC5C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7A10DB-7176-42E1-9739-92FDB0499485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6EA709-9330-4E72-891F-EF1EC38D4990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03F09D-420B-44B2-BFB2-5E70FCB10646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8DA86F-2890-4C08-BB29-A980AD2D73BA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203DF5-50E0-49A4-97D0-E6E5F6EAC43B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7A3028-9A02-47E2-A6ED-11B5DDF72D42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F57E08-B289-4847-AEC2-A30BB83CF48B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B4ACD7-CCEB-4557-A96B-01735C3C796C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293D26-A66F-4F2A-AFDC-1BCC56EF528B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D0C01F-1CD7-46E5-B8E1-2A26EC9718DF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de-DE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de-DE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116185-DCD8-4E68-A159-1168BAFBFDC0}" type="slidenum">
              <a:rPr b="0" lang="de-DE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de-DE" sz="6000" spc="-1" strike="noStrike">
                <a:solidFill>
                  <a:schemeClr val="dk1"/>
                </a:solidFill>
                <a:latin typeface="Aptos Display"/>
              </a:rPr>
              <a:t>Week 06</a:t>
            </a:r>
            <a:endParaRPr b="0" lang="de-DE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every day is just a little worse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WebSockets are horrible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Client opens WebSocket at PageLoad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build+flash script calls are async – no permanent listener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hybrid Extension? – no dual ExtensionHosts (not even code-server)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btw horrible news – later more on that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some other permanently running WebSocket Server needed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acts as relay between flash call(script) and frontend WebSocket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websocketd? – simple websocket deamon, converts everthing to stdin and stdout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How?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de-DE" sz="20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70" name="Picture 4" descr="A diagram of relay and server&#10;&#10;AI-generated content may be incorrect."/>
          <p:cNvPicPr/>
          <p:nvPr/>
        </p:nvPicPr>
        <p:blipFill>
          <a:blip r:embed="rId1"/>
          <a:stretch/>
        </p:blipFill>
        <p:spPr>
          <a:xfrm>
            <a:off x="6709320" y="4830480"/>
            <a:ext cx="5131080" cy="1742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Horrible news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all vscode instances run only ONE ExtensionHost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„</a:t>
            </a: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main“ always takes presidence over „browser“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can‘t easily merge local and web VSCode Extensions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yes it seemed to work originally – it doesn‘t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BUT not too bad – the Web version should never be published without the Docker Environment, as its directly dependend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RIOT-FLASH-EXTENSION news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Device Tree View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enumerated devices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info section as drop down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added Baudrate as configurable input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more UI prettyfication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USE_PROGRAMMER_WRAPPER_SCRIPT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2600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useless – just directly calls the Flasher with args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both provided in programmer.py &lt;flasher&gt; &lt;args&gt;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yes, it also does it in a backround proc, which we dont need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RIOT_FLASH_WEB doesn‘t look so bad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we have to put an entrypoint somewhere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lets keep it where someone can actually find it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pc="-1" strike="noStrike">
                <a:solidFill>
                  <a:schemeClr val="dk1"/>
                </a:solidFill>
                <a:latin typeface="Aptos"/>
              </a:rPr>
              <a:t>fixed export call – now directly takes BOARD, PROGRAMMER, FFLAGS</a:t>
            </a:r>
            <a:endParaRPr b="0" lang="de-DE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pc="-1" strike="noStrike">
                <a:solidFill>
                  <a:schemeClr val="dk1"/>
                </a:solidFill>
                <a:latin typeface="Aptos"/>
              </a:rPr>
              <a:t>no redundant make calls</a:t>
            </a:r>
            <a:endParaRPr b="0" lang="de-DE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pc="-1" strike="noStrike">
                <a:solidFill>
                  <a:schemeClr val="dk1"/>
                </a:solidFill>
                <a:latin typeface="Aptos Display"/>
              </a:rPr>
              <a:t>TODO</a:t>
            </a:r>
            <a:endParaRPr b="0" lang="de-DE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Whatever WebSocket solution we chose just now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pc="-1" strike="noStrike">
                <a:solidFill>
                  <a:schemeClr val="dk1"/>
                </a:solidFill>
                <a:latin typeface="Aptos"/>
              </a:rPr>
              <a:t>Extension frontend systems</a:t>
            </a:r>
            <a:endParaRPr b="0" lang="de-DE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LibreOffice/24.2.7.2$Linux_X86_64 LibreOffice_project/420$Build-2</Application>
  <AppVersion>15.0000</AppVersion>
  <Words>242</Words>
  <Paragraphs>30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2025-11-10T15:12:53Z</dcterms:created>
  <dc:creator>cheater 78</dc:creator>
  <dc:description/>
  <dc:language>en-US</dc:language>
  <cp:lastModifiedBy/>
  <dcterms:modified xsi:type="dcterms:W3CDTF">2025-11-25T16:19:13Z</dcterms:modified>
  <cp:revision>16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6</vt:i4>
  </property>
</Properties>
</file>