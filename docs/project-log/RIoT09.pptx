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4" r:id="rId4"/>
    <p:sldId id="267" r:id="rId5"/>
    <p:sldId id="268" r:id="rId6"/>
    <p:sldId id="269" r:id="rId7"/>
    <p:sldId id="275" r:id="rId8"/>
    <p:sldId id="273" r:id="rId9"/>
    <p:sldId id="270" r:id="rId10"/>
    <p:sldId id="271" r:id="rId11"/>
    <p:sldId id="272" r:id="rId12"/>
    <p:sldId id="265" r:id="rId13"/>
    <p:sldId id="266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2" autoAdjust="0"/>
    <p:restoredTop sz="94660"/>
  </p:normalViewPr>
  <p:slideViewPr>
    <p:cSldViewPr snapToGrid="0">
      <p:cViewPr>
        <p:scale>
          <a:sx n="100" d="100"/>
          <a:sy n="100" d="100"/>
        </p:scale>
        <p:origin x="43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E240-505D-8409-7D9B-17E4FEC1A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01F66-932B-0A26-6E62-E17EC9D46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E177-AA30-A3CD-DFCD-5227BFC6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3C5A6-703D-FCA3-13F3-C841EAF7C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997C-868D-57AF-AD43-1D545EBE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7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36C9-633D-35C1-289B-7F5684ED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C7682-6FBC-A1D2-CF0D-A27ABE036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4FCE-CD87-4043-A978-93716621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5C84-050A-A5FA-DBEA-BECF2268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016B9-8A29-C579-781F-D6757F02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80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7E44-EEAA-1168-CB0C-C6402F09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7B6CF-7E1D-0FF9-3683-A67117E33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7FFB6-1D72-BF8A-6619-541FEF89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DA7F6-47F2-5E39-0C55-9F802607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E5C56-40B8-098A-182B-CFFCD20A5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79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10A2-60C8-B404-8528-1878023FC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6626B-6F7D-C800-9F4D-0B3E29129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04BE1-50A7-687C-1B1C-93415C2A4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6239D-5C9B-073F-400C-5A3BFDED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DFE75-AAF6-DB12-460E-9F0F8159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FB734-1422-1EB4-3451-E4AF7F02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3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EC23-5F2C-C0E7-398A-B67C2C90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E7AB0-DDB0-1FEF-9B72-E372F036F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B5674-F070-5239-479C-798961448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F39FA-EAAC-4594-65F4-28757B360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8C2C2-94E9-B425-9D5C-0F695FA01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0D492-2078-8D00-706C-7FE6B7B5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E1D01-C19D-3F97-249F-467199C48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D4AEE-C722-1CEB-BB2C-674B67E6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3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3C0D-98EE-E687-BD25-F08D9CEC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48BC9-A1E0-9E0E-DBEA-0ABAE8FD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CE590-9375-BBE1-C60F-653C714A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8E4BE-54F9-5D5F-2BCD-E88D451B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79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BAAC5-179C-FAC4-1776-9FD0FF22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FC8D8-701C-2415-212B-81A4192B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90575-5241-30CB-491D-B2059231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048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7EAD-5381-6E55-83B5-78927D2E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5DED2-8DF6-7728-B519-71EF344A1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3171-9E39-14F0-688E-6E3374879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FDB75-B957-5657-9D9B-4A015734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76806-8210-8E6E-0471-CD172784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0035F-2138-0C41-DE6A-67D8EFC7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72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7233-95CD-A98C-E563-008F17CF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C9A4D-E3F5-FBEA-F439-5285E0076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933E5-736E-6FF6-538B-B9BB29F9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FFC95-E2C1-E336-D1F8-29C92E13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EDED1-61E9-D5C1-B523-586F6D08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CF440-B716-E2C7-CA48-FBC05F54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342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4230-9142-9D36-6909-31778958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15331-829E-20E7-97BA-FBACE1641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7B5C-02CD-2276-C1A9-EDE6EB5D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7FA7-C017-08DB-6817-4C95C8D4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080A-D744-8040-00BC-F0C2451D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79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663B1-3CCB-42CB-52A9-3844AF564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11FD0-5F6D-0684-F314-CBEEC6FFF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B06C7-5684-A5AB-600B-A1FE7F6E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445-72C9-50D2-FE95-4ACDC643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3DB8C-AB60-00E7-C5E3-E7F265AE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96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1E0E5-91B3-5FD9-0888-D98BDE14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31379-F9E8-6C40-093B-EAF3E266E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0F117-0A7C-236F-8D26-93E632F24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36BF8-532B-4151-84A3-AC127562CCF5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EC340-19D1-1B39-EC7C-3C65775C9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076C4-FC97-1005-593C-E4FBCC112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33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CEA2-876F-00F8-E7EA-A10DD267BA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Week 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1F708-C730-AFAC-5A7B-762C403F6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RCE </a:t>
            </a:r>
            <a:r>
              <a:rPr lang="de-DE" dirty="0" err="1"/>
              <a:t>is</a:t>
            </a:r>
            <a:r>
              <a:rPr lang="de-DE" dirty="0"/>
              <a:t> back </a:t>
            </a:r>
            <a:r>
              <a:rPr lang="de-DE" dirty="0" err="1"/>
              <a:t>baby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588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CC04-2AEE-5459-F055-826965F9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UI </a:t>
            </a:r>
            <a:r>
              <a:rPr lang="de-DE" dirty="0" err="1"/>
              <a:t>implentation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9198-338F-B936-973F-1004D6B79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30615" cy="4351338"/>
          </a:xfrm>
        </p:spPr>
        <p:txBody>
          <a:bodyPr/>
          <a:lstStyle/>
          <a:p>
            <a:r>
              <a:rPr lang="de-DE" dirty="0" err="1"/>
              <a:t>mokups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frontend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BDC11B-0A9C-72D8-1F68-FDD4A7DFE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61" y="1093016"/>
            <a:ext cx="6356282" cy="508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8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0212C6-9220-6AFB-02E2-BA27D017A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C457448-E71D-3E60-DB7A-FC8A9701CE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maybe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769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4464-D3DA-1288-D39B-620E0075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WebSocket</a:t>
            </a:r>
            <a:r>
              <a:rPr lang="de-DE" dirty="0"/>
              <a:t> </a:t>
            </a:r>
            <a:r>
              <a:rPr lang="de-DE" dirty="0" err="1"/>
              <a:t>relay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58726-FDD8-E6B3-546C-43F085F64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added</a:t>
            </a:r>
            <a:r>
              <a:rPr lang="de-DE" dirty="0"/>
              <a:t> primitive ID </a:t>
            </a:r>
            <a:r>
              <a:rPr lang="de-DE" dirty="0" err="1"/>
              <a:t>system</a:t>
            </a:r>
            <a:endParaRPr lang="de-DE" dirty="0"/>
          </a:p>
          <a:p>
            <a:r>
              <a:rPr lang="de-DE" dirty="0" err="1"/>
              <a:t>clients</a:t>
            </a:r>
            <a:r>
              <a:rPr lang="de-DE" dirty="0"/>
              <a:t> </a:t>
            </a:r>
            <a:r>
              <a:rPr lang="de-DE" dirty="0" err="1"/>
              <a:t>announce</a:t>
            </a:r>
            <a:r>
              <a:rPr lang="de-DE" dirty="0"/>
              <a:t> </a:t>
            </a:r>
            <a:r>
              <a:rPr lang="de-DE" dirty="0" err="1"/>
              <a:t>themself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ID (just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message</a:t>
            </a:r>
            <a:r>
              <a:rPr lang="de-DE" dirty="0"/>
              <a:t>)</a:t>
            </a:r>
          </a:p>
          <a:p>
            <a:r>
              <a:rPr lang="de-DE" dirty="0" err="1"/>
              <a:t>forwarding</a:t>
            </a:r>
            <a:r>
              <a:rPr lang="de-DE" dirty="0"/>
              <a:t> all </a:t>
            </a:r>
            <a:r>
              <a:rPr lang="de-DE" dirty="0" err="1"/>
              <a:t>msg</a:t>
            </a:r>
            <a:r>
              <a:rPr lang="de-DE" dirty="0"/>
              <a:t> to ID=0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540D1-AFC2-FB21-3678-572134907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780" y="3184112"/>
            <a:ext cx="5851720" cy="278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7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4971E-9BD5-01F9-3DAC-70753633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ShellProxy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8D5FA-40BB-E4F7-11F5-43138D3E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shell</a:t>
            </a:r>
            <a:r>
              <a:rPr lang="de-DE" dirty="0"/>
              <a:t>(bash) in second </a:t>
            </a:r>
            <a:r>
              <a:rPr lang="de-DE" dirty="0" err="1"/>
              <a:t>thread</a:t>
            </a:r>
            <a:endParaRPr lang="de-DE" dirty="0"/>
          </a:p>
          <a:p>
            <a:r>
              <a:rPr lang="de-DE" dirty="0"/>
              <a:t>front </a:t>
            </a:r>
            <a:r>
              <a:rPr lang="de-DE" dirty="0" err="1"/>
              <a:t>shell</a:t>
            </a:r>
            <a:r>
              <a:rPr lang="de-DE" dirty="0"/>
              <a:t> </a:t>
            </a:r>
            <a:r>
              <a:rPr lang="de-DE" dirty="0" err="1"/>
              <a:t>connected</a:t>
            </a:r>
            <a:r>
              <a:rPr lang="de-DE" dirty="0"/>
              <a:t> via </a:t>
            </a:r>
            <a:r>
              <a:rPr lang="de-DE" dirty="0" err="1"/>
              <a:t>pty</a:t>
            </a:r>
            <a:endParaRPr lang="de-DE" dirty="0"/>
          </a:p>
          <a:p>
            <a:r>
              <a:rPr lang="de-DE" dirty="0" err="1"/>
              <a:t>added</a:t>
            </a:r>
            <a:r>
              <a:rPr lang="de-DE" dirty="0"/>
              <a:t> websocket</a:t>
            </a:r>
          </a:p>
          <a:p>
            <a:r>
              <a:rPr lang="de-DE" dirty="0" err="1"/>
              <a:t>executes</a:t>
            </a:r>
            <a:r>
              <a:rPr lang="de-DE" dirty="0"/>
              <a:t> all </a:t>
            </a:r>
            <a:r>
              <a:rPr lang="de-DE" dirty="0" err="1"/>
              <a:t>messages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ws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cmds</a:t>
            </a:r>
            <a:endParaRPr lang="de-DE" dirty="0"/>
          </a:p>
          <a:p>
            <a:r>
              <a:rPr lang="de-DE" dirty="0" err="1"/>
              <a:t>fixed</a:t>
            </a:r>
            <a:r>
              <a:rPr lang="de-DE" dirty="0"/>
              <a:t> „</a:t>
            </a:r>
            <a:r>
              <a:rPr lang="de-DE" dirty="0" err="1"/>
              <a:t>exit</a:t>
            </a:r>
            <a:r>
              <a:rPr lang="de-DE" dirty="0"/>
              <a:t>“ and </a:t>
            </a:r>
            <a:r>
              <a:rPr lang="de-DE" dirty="0" err="1"/>
              <a:t>Ctrl</a:t>
            </a:r>
            <a:r>
              <a:rPr lang="de-DE" dirty="0"/>
              <a:t>-C to </a:t>
            </a:r>
            <a:r>
              <a:rPr lang="de-DE" dirty="0" err="1"/>
              <a:t>properly</a:t>
            </a:r>
            <a:r>
              <a:rPr lang="de-DE" dirty="0"/>
              <a:t> </a:t>
            </a:r>
            <a:r>
              <a:rPr lang="de-DE" dirty="0" err="1"/>
              <a:t>shutdown</a:t>
            </a:r>
            <a:r>
              <a:rPr lang="de-DE" dirty="0"/>
              <a:t> all </a:t>
            </a:r>
            <a:r>
              <a:rPr lang="de-DE" dirty="0" err="1"/>
              <a:t>components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6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1749-1C63-9AE1-AA33-DC0A8967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ShellProxy</a:t>
            </a:r>
            <a:r>
              <a:rPr lang="de-DE" dirty="0"/>
              <a:t> Architecture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3141DB7-16A3-9ACE-6DCD-D1005AA1B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4" y="1690688"/>
            <a:ext cx="3516086" cy="4351338"/>
          </a:xfrm>
        </p:spPr>
        <p:txBody>
          <a:bodyPr/>
          <a:lstStyle/>
          <a:p>
            <a:r>
              <a:rPr lang="de-DE" dirty="0" err="1"/>
              <a:t>stdin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 – </a:t>
            </a:r>
            <a:r>
              <a:rPr lang="de-DE" dirty="0" err="1"/>
              <a:t>ws</a:t>
            </a:r>
            <a:r>
              <a:rPr lang="de-DE" dirty="0"/>
              <a:t> (</a:t>
            </a:r>
            <a:r>
              <a:rPr lang="de-DE" dirty="0" err="1"/>
              <a:t>trigger</a:t>
            </a:r>
            <a:r>
              <a:rPr lang="de-DE" dirty="0"/>
              <a:t> </a:t>
            </a:r>
            <a:r>
              <a:rPr lang="de-DE" dirty="0" err="1"/>
              <a:t>flash</a:t>
            </a:r>
            <a:r>
              <a:rPr lang="de-DE" dirty="0"/>
              <a:t>/</a:t>
            </a:r>
            <a:r>
              <a:rPr lang="de-DE" dirty="0" err="1"/>
              <a:t>term</a:t>
            </a:r>
            <a:r>
              <a:rPr lang="de-DE" dirty="0"/>
              <a:t>)</a:t>
            </a:r>
          </a:p>
          <a:p>
            <a:r>
              <a:rPr lang="de-DE" dirty="0" err="1"/>
              <a:t>stdout</a:t>
            </a:r>
            <a:r>
              <a:rPr lang="de-DE" dirty="0"/>
              <a:t> </a:t>
            </a:r>
            <a:r>
              <a:rPr lang="de-DE" dirty="0" err="1"/>
              <a:t>omit</a:t>
            </a:r>
            <a:r>
              <a:rPr lang="de-DE" dirty="0"/>
              <a:t> (</a:t>
            </a:r>
            <a:r>
              <a:rPr lang="de-DE" dirty="0" err="1"/>
              <a:t>background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?)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7D2CB2-9E58-E019-4E9C-B2289418C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78" y="1690688"/>
            <a:ext cx="7671836" cy="39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45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FA5C91-5945-E939-B154-FF5F68CB5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Communication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95367DB-867E-4D05-A8D2-00C6A679A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059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4A31-A584-E10B-117E-8F37FB4E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Fixed </a:t>
            </a:r>
            <a:r>
              <a:rPr lang="de-DE" dirty="0" err="1"/>
              <a:t>the</a:t>
            </a:r>
            <a:r>
              <a:rPr lang="de-DE" dirty="0"/>
              <a:t> Communication </a:t>
            </a:r>
            <a:r>
              <a:rPr lang="de-DE" dirty="0" err="1"/>
              <a:t>Diagram</a:t>
            </a:r>
            <a:endParaRPr lang="de-D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670530-F275-81F1-EFE5-11E31D5D4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887" y="1825625"/>
            <a:ext cx="9682226" cy="4351338"/>
          </a:xfrm>
        </p:spPr>
      </p:pic>
    </p:spTree>
    <p:extLst>
      <p:ext uri="{BB962C8B-B14F-4D97-AF65-F5344CB8AC3E}">
        <p14:creationId xmlns:p14="http://schemas.microsoft.com/office/powerpoint/2010/main" val="2812305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0F9D-6327-3575-5D52-69232D30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Communication Scheme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FFCE7A-1D38-A7E3-749B-780ED094B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284" y="1825625"/>
            <a:ext cx="8509431" cy="4351338"/>
          </a:xfrm>
        </p:spPr>
      </p:pic>
    </p:spTree>
    <p:extLst>
      <p:ext uri="{BB962C8B-B14F-4D97-AF65-F5344CB8AC3E}">
        <p14:creationId xmlns:p14="http://schemas.microsoft.com/office/powerpoint/2010/main" val="3453230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2FA1-685D-8DAD-F7EB-2F67CBFEA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A3B2-F332-E03C-9BDA-31861DC35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Communication Scheme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604C46-7B8B-1127-E4F6-B9A3751CE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284" y="1825625"/>
            <a:ext cx="8509431" cy="4351338"/>
          </a:xfrm>
        </p:spPr>
      </p:pic>
    </p:spTree>
    <p:extLst>
      <p:ext uri="{BB962C8B-B14F-4D97-AF65-F5344CB8AC3E}">
        <p14:creationId xmlns:p14="http://schemas.microsoft.com/office/powerpoint/2010/main" val="365826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03F9-38DB-C46C-E85A-A4F56C796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Communication Scheme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D5AE0D-85E5-D29B-C2EF-D1432E6CD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285" y="1825625"/>
            <a:ext cx="8509430" cy="4351338"/>
          </a:xfrm>
        </p:spPr>
      </p:pic>
    </p:spTree>
    <p:extLst>
      <p:ext uri="{BB962C8B-B14F-4D97-AF65-F5344CB8AC3E}">
        <p14:creationId xmlns:p14="http://schemas.microsoft.com/office/powerpoint/2010/main" val="1176127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36D1-C019-75FD-E0E4-78BE8BC3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</a:t>
            </a:r>
            <a:r>
              <a:rPr lang="de-DE" dirty="0" err="1"/>
              <a:t>Considerations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1F7B6-B7B7-5C35-3D87-511D021C9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RIOT Flash Stub?</a:t>
            </a:r>
          </a:p>
          <a:p>
            <a:pPr lvl="1"/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interception</a:t>
            </a:r>
            <a:r>
              <a:rPr lang="de-DE" dirty="0"/>
              <a:t>(</a:t>
            </a:r>
            <a:r>
              <a:rPr lang="de-DE" dirty="0" err="1"/>
              <a:t>hard</a:t>
            </a:r>
            <a:r>
              <a:rPr lang="de-DE" dirty="0"/>
              <a:t>, but clean)</a:t>
            </a:r>
          </a:p>
          <a:p>
            <a:pPr lvl="1"/>
            <a:r>
              <a:rPr lang="de-DE" dirty="0" err="1"/>
              <a:t>stub</a:t>
            </a:r>
            <a:r>
              <a:rPr lang="de-DE" dirty="0"/>
              <a:t> – </a:t>
            </a:r>
            <a:r>
              <a:rPr lang="de-DE" dirty="0" err="1"/>
              <a:t>some</a:t>
            </a:r>
            <a:r>
              <a:rPr lang="de-DE" dirty="0"/>
              <a:t> additional </a:t>
            </a:r>
            <a:r>
              <a:rPr lang="de-DE" dirty="0" err="1"/>
              <a:t>connection</a:t>
            </a:r>
            <a:r>
              <a:rPr lang="de-DE" dirty="0"/>
              <a:t> (</a:t>
            </a:r>
            <a:r>
              <a:rPr lang="de-DE" dirty="0" err="1"/>
              <a:t>convoluted</a:t>
            </a:r>
            <a:r>
              <a:rPr lang="de-DE" dirty="0"/>
              <a:t>)</a:t>
            </a:r>
          </a:p>
          <a:p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PORT=</a:t>
            </a:r>
            <a:r>
              <a:rPr lang="de-DE" dirty="0" err="1"/>
              <a:t>device_name</a:t>
            </a:r>
            <a:endParaRPr lang="de-DE" dirty="0"/>
          </a:p>
          <a:p>
            <a:pPr lvl="1"/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ok? –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idea</a:t>
            </a:r>
            <a:r>
              <a:rPr lang="de-DE" dirty="0"/>
              <a:t> so </a:t>
            </a:r>
            <a:r>
              <a:rPr lang="de-DE" dirty="0" err="1"/>
              <a:t>far</a:t>
            </a:r>
            <a:endParaRPr lang="de-DE" dirty="0"/>
          </a:p>
          <a:p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WebSocket</a:t>
            </a:r>
            <a:r>
              <a:rPr lang="de-DE" dirty="0"/>
              <a:t> -&gt; </a:t>
            </a:r>
            <a:r>
              <a:rPr lang="de-DE" dirty="0" err="1"/>
              <a:t>incr</a:t>
            </a:r>
            <a:r>
              <a:rPr lang="de-DE" dirty="0"/>
              <a:t>. </a:t>
            </a:r>
            <a:r>
              <a:rPr lang="de-DE" dirty="0" err="1"/>
              <a:t>reliability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WebSocketStream</a:t>
            </a:r>
            <a:endParaRPr lang="de-DE" dirty="0"/>
          </a:p>
          <a:p>
            <a:pPr lvl="1"/>
            <a:r>
              <a:rPr lang="de-DE" dirty="0" err="1"/>
              <a:t>WebTransport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5947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7351-CCA5-E434-5EFC-14DC04AB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3F23C-F97C-B11F-FDA1-CE5746BC9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ws</a:t>
            </a:r>
            <a:r>
              <a:rPr lang="de-DE" dirty="0"/>
              <a:t> </a:t>
            </a:r>
            <a:r>
              <a:rPr lang="de-DE" dirty="0" err="1"/>
              <a:t>protocol</a:t>
            </a:r>
            <a:endParaRPr lang="de-DE" dirty="0"/>
          </a:p>
          <a:p>
            <a:r>
              <a:rPr lang="de-DE" dirty="0" err="1"/>
              <a:t>implement</a:t>
            </a:r>
            <a:endParaRPr lang="de-DE" dirty="0"/>
          </a:p>
          <a:p>
            <a:pPr lvl="1"/>
            <a:r>
              <a:rPr lang="de-DE" dirty="0" err="1"/>
              <a:t>creation</a:t>
            </a:r>
            <a:r>
              <a:rPr lang="de-DE" dirty="0"/>
              <a:t>, </a:t>
            </a:r>
            <a:r>
              <a:rPr lang="de-DE" dirty="0" err="1"/>
              <a:t>parsing</a:t>
            </a:r>
            <a:r>
              <a:rPr lang="de-DE" dirty="0"/>
              <a:t>, </a:t>
            </a:r>
            <a:r>
              <a:rPr lang="de-DE" dirty="0" err="1"/>
              <a:t>handling</a:t>
            </a:r>
            <a:r>
              <a:rPr lang="de-DE" dirty="0"/>
              <a:t> in </a:t>
            </a:r>
            <a:r>
              <a:rPr lang="de-DE" dirty="0" err="1"/>
              <a:t>ShellProxy</a:t>
            </a:r>
            <a:endParaRPr lang="de-DE" dirty="0"/>
          </a:p>
          <a:p>
            <a:pPr lvl="1"/>
            <a:r>
              <a:rPr lang="de-DE" dirty="0" err="1"/>
              <a:t>parsing</a:t>
            </a:r>
            <a:r>
              <a:rPr lang="de-DE" dirty="0"/>
              <a:t> + </a:t>
            </a:r>
            <a:r>
              <a:rPr lang="de-DE" dirty="0" err="1"/>
              <a:t>routing</a:t>
            </a:r>
            <a:r>
              <a:rPr lang="de-DE" dirty="0"/>
              <a:t> in WS </a:t>
            </a:r>
            <a:r>
              <a:rPr lang="de-DE" dirty="0" err="1"/>
              <a:t>relay</a:t>
            </a:r>
            <a:endParaRPr lang="de-DE" dirty="0"/>
          </a:p>
          <a:p>
            <a:pPr lvl="1"/>
            <a:r>
              <a:rPr lang="de-DE" dirty="0" err="1"/>
              <a:t>creation</a:t>
            </a:r>
            <a:r>
              <a:rPr lang="de-DE" dirty="0"/>
              <a:t>, </a:t>
            </a:r>
            <a:r>
              <a:rPr lang="de-DE" dirty="0" err="1"/>
              <a:t>parsing</a:t>
            </a:r>
            <a:r>
              <a:rPr lang="de-DE" dirty="0"/>
              <a:t>, </a:t>
            </a:r>
            <a:r>
              <a:rPr lang="de-DE" dirty="0" err="1"/>
              <a:t>handling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Frontend</a:t>
            </a:r>
          </a:p>
          <a:p>
            <a:r>
              <a:rPr lang="de-DE" dirty="0" err="1"/>
              <a:t>WebTransport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6315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Widescreen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Week 09</vt:lpstr>
      <vt:lpstr>UI implentation</vt:lpstr>
      <vt:lpstr>Demo</vt:lpstr>
      <vt:lpstr>WebSocket relay</vt:lpstr>
      <vt:lpstr>ShellProxy</vt:lpstr>
      <vt:lpstr>ShellProxy Architecture</vt:lpstr>
      <vt:lpstr>Communication</vt:lpstr>
      <vt:lpstr>Fixed the Communication Diagram</vt:lpstr>
      <vt:lpstr>Communication Scheme</vt:lpstr>
      <vt:lpstr>Communication Scheme</vt:lpstr>
      <vt:lpstr>Communication Scheme</vt:lpstr>
      <vt:lpstr>Future Considerations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cheater 78</dc:creator>
  <cp:lastModifiedBy>cheater 78</cp:lastModifiedBy>
  <cp:revision>6</cp:revision>
  <dcterms:created xsi:type="dcterms:W3CDTF">2025-12-08T15:10:18Z</dcterms:created>
  <dcterms:modified xsi:type="dcterms:W3CDTF">2026-01-12T17:48:14Z</dcterms:modified>
</cp:coreProperties>
</file>