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Click to move the slide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1713EA7-6172-4F46-AB52-FD138A2E852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7640" cy="360828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7640" cy="420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37"/>
          </p:nvPr>
        </p:nvSpPr>
        <p:spPr>
          <a:xfrm>
            <a:off x="4282200" y="10155600"/>
            <a:ext cx="3275640" cy="53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de-DE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5A34B54-3300-4253-BC9F-1852BE8D1729}" type="slidenum">
              <a:rPr b="0" lang="de-DE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1FD583-FD43-4E47-AC44-4CD1092228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FF042F-7135-438A-AF02-35CE1773AC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32622A-461B-4C46-81E2-79BC8D78A5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EBD6FC8-D2A0-45B5-8B6C-968D93F675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97715A7-6896-4D60-9EDF-986B4403C5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766280B-0419-430F-8651-6FA227285D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860BA37-B67B-4C0D-AE28-C6064F36E4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DA06882-B451-49DD-950D-75A2955EA9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0A16A63-3311-4472-930D-022D18342F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9DCA7DD-0A8F-49B4-84D8-1761ACE84F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452A3D9-0866-44A8-A149-2ECE9A1CF1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479D964-678C-4BED-A8DC-635455FD1F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</a:t>
            </a: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style</a:t>
            </a:r>
            <a:endParaRPr b="0" lang="de-DE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CB28A0-04A4-4611-821B-0FA02F3F5B49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11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97F930-17AC-482C-89FF-7D5E94239F84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7534DC-94EE-4AF6-9F52-381F06A34EF1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432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64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864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108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51CD17-387F-49AB-950E-74FEC424CA1A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D0701E-6F4F-42E0-A7BB-4AB10588E384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C0FE27-B761-4D16-8E80-CA8BF16C6CAC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3723CC-3B39-4FA1-A9FB-82FA98C85346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932D3C-9D59-4F60-BB67-28C927A2766B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BDB1EA-BAD6-4286-AA22-1D24CEAAAD66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F7EB9F-7608-4CBC-A289-BE4EE3FAB8B4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C4EAED-C644-48B4-8021-5AF1F267D4E9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de-DE" sz="6000" spc="-1" strike="noStrike">
                <a:solidFill>
                  <a:schemeClr val="dk1"/>
                </a:solidFill>
                <a:latin typeface="Aptos Display"/>
              </a:rPr>
              <a:t>Week 12</a:t>
            </a:r>
            <a:endParaRPr b="0" lang="de-DE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snakes make me crazy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Minor Protocol rework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Messages are lists now (fields by index + cbor friendly)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Address: [AddressType, int]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AddressType{Client, Device, Shell}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added project path to term and flash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Flasher research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8080" y="1690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DAP.js (ARM Cortex) =&gt; needs DAPLink on target device, based on CMSIS-DAP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RNode Flasher (NRF) =&gt; port of adafruit-nrfutil in javascript, there is another version directly from Nordic Semiconductor (but archived, possibly outdated)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J-Link WebUSB by Segger (NRF, ARM CORTEX, STM32, ESP) =&gt; has no official repo (only a template website), supported boards are a guess based on non WebUSB version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WebSerial ESPTool (ESP) =&gt; alternative to currently used esptool.js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Web STM Flasher (STM8 &amp; STM32) =&gt; only tested on 3 boards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Arduino Web Uploader (AVR, ATMEGA) =&gt; explicitly for Arduino, maybe limited compatibility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3400" spc="-1" strike="noStrike">
                <a:solidFill>
                  <a:schemeClr val="dk1"/>
                </a:solidFill>
                <a:latin typeface="Aptos"/>
              </a:rPr>
              <a:t>Honorable Mention:</a:t>
            </a:r>
            <a:endParaRPr b="0" lang="de-DE" sz="34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Meshtastic Flasher =&gt; not relevant for RIOT, but uses ESP, NRF, Pico UF2 flasher, has a Bluetooth port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de-DE" sz="6000" spc="-1" strike="noStrike">
                <a:solidFill>
                  <a:schemeClr val="dk1"/>
                </a:solidFill>
                <a:latin typeface="Aptos Display"/>
              </a:rPr>
              <a:t>Demo</a:t>
            </a:r>
            <a:endParaRPr b="0" lang="de-DE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hopefully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de-DE" sz="6000" spc="-1" strike="noStrike">
                <a:solidFill>
                  <a:schemeClr val="dk1"/>
                </a:solidFill>
                <a:latin typeface="Aptos Display"/>
              </a:rPr>
              <a:t>Hear me out</a:t>
            </a:r>
            <a:endParaRPr b="0" lang="de-DE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more work for me, yay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This is horrible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make flash // caught, np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./flash_my_device.sh // parsable with ttp libs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#!bash: return make flash PORT=/null // special case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log = $(make flash PORT=smth)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make flash PORT=smth 1&gt; log.txt 2&gt; err.txt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./flash_my_dev.py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os.run("make flash") // invoke default shell -&gt; Shell Proxy -&gt; np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worst case: fork, invoke your own shell, pty, run (active jailbreak)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ShellProxy + Stub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relay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keeps exactly one connection to the frontend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routes protocol messages between shell – device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connection stateful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rejects unknown with LTM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link unaware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ShellProxy + Stub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terminal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provides shell access to VSCode Extension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UI triggered make flash / term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unique shell identification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unified with regular user shell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Connect, ShellRequest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ShellProxy + Stub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stub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intercepts make flash / term calls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handles the flash / term: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constructs messages, provides make system info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displays device logs (flash / term)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takes input (term)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Stub – ShellProxy Communication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stub stdio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connected to ShellProxy through pty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regular IO → interactive shell experience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start / stop sequence (bytes) to mark communication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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transmits final cbor binary to ShellProxy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ShellProxy hands it off to the Socket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TODO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Backend pty: Messaging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cleanup / move message logic to a separate stub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flash with binaries (Front / Back)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more flashers (feather: nrf)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docker setup (change base img + adjustments)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de-DE" sz="6000" spc="-1" strike="noStrike">
                <a:solidFill>
                  <a:schemeClr val="dk1"/>
                </a:solidFill>
                <a:latin typeface="Aptos Display"/>
              </a:rPr>
              <a:t>Protocol</a:t>
            </a:r>
            <a:endParaRPr b="0" lang="de-DE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Connect &amp; Disconnect 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99" name="Content Placeholder 1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9763560" cy="435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Websocket Server routing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01" name="Content Placeholder 3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10515240" cy="370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Link Establishment from ShellProxy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03" name="Content Placeholder 5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8732880" cy="435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Link Establishment from Web Extension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05" name="Content Placeholder 6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9353160" cy="435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Link Termination from ShellProxy 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07" name="Content Placeholder 7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9554400" cy="435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Link Termination from Web Extension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09" name="Content Placeholder 9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8992080" cy="435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Flash from ShellProxy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11" name="Content Placeholder 10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8285400" cy="435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Flash from Web Extension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13" name="Content Placeholder 11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7473240" cy="435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Term from ShellProxy 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15" name="Content Placeholder 12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8798760" cy="435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Term from Web Extension 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17" name="Content Placeholder 13" descr=""/>
          <p:cNvPicPr/>
          <p:nvPr/>
        </p:nvPicPr>
        <p:blipFill>
          <a:blip r:embed="rId1"/>
          <a:stretch/>
        </p:blipFill>
        <p:spPr>
          <a:xfrm>
            <a:off x="838080" y="1690560"/>
            <a:ext cx="7751520" cy="435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</TotalTime>
  <Application>LibreOffice/24.2.7.2$Linux_X86_64 LibreOffice_project/420$Build-2</Application>
  <AppVersion>15.0000</AppVersion>
  <Words>497</Words>
  <Paragraphs>79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2025-12-08T15:10:18Z</dcterms:created>
  <dc:creator>cheater 78</dc:creator>
  <dc:description/>
  <dc:language>en-US</dc:language>
  <cp:lastModifiedBy/>
  <dcterms:modified xsi:type="dcterms:W3CDTF">2026-02-05T19:16:22Z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22</vt:i4>
  </property>
</Properties>
</file>