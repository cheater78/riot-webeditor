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73656-80C1-06E7-7D88-AF60648DD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90AA6-50AF-C45B-E2D1-B9C2B0C69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C5EE-CC79-6604-C870-D1DA4058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1B79C-5FD3-9AFE-878C-C382EB54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49A0F-8F0F-3671-2E17-E8987BF9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25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CB79-5589-39A8-96B8-56733C4D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923F-EC49-73C7-B4C8-85814003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553E7-6650-1D00-2936-C8367267A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6D33B-0FF7-8301-75CF-1D4EF300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ADA85-205E-3F94-6FD4-3D85E408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963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1463-40B6-7DDC-2B3C-5F1E5231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AF2E3-11D6-AD96-ACF7-9C1E9D5AE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A6475-2179-66ED-34F2-4249E638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7CBC3-DAFF-5ABE-072E-68790717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0A6F6-DF29-0C73-DC25-524ADB4A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669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A27E-547D-40D7-32DF-969ECB84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3C5B2-6D72-4D5D-42EC-C00C9FD22B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8478B-4390-987D-CCFA-4F23B26EE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9B4AE-C254-16B0-7C0D-7BD8D653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B6851-3B8F-878D-9A1C-F16BB36C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65FF5-C355-2F2E-51FA-FA3EF4F4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52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61D5-E990-E485-D91C-0BEB5B45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E6574-F624-5688-D1F4-82FF84C90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669AC-CB5F-8F94-92EB-C87025279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9EABD-05C1-D35F-7A91-AE3E07C6F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3B36C-2904-AA71-BA98-F22F767B3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8B191-F2EC-2365-4D0A-F1B26C90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F4C84-8CC3-BCFC-DD0D-9F53C1AA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9EC7B9-8F61-7726-FE73-F457D73E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2612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AE11-787B-9F26-D0D9-4FF1DA920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5BD61-D004-01EF-A236-E48187B2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98F67-CD8F-9D3E-9F8C-5165738F2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FDE09-F825-11EE-1096-A23ED09A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98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55509-D6F9-8C54-35B2-6D165408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47B77-5E3E-A607-1F10-31C18B283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56D66-D8E8-2949-DEC3-9A7980F7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3554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FF55-6F8B-9F02-30DD-D398BCDE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E6F4E-241D-3000-9FA8-1DD3C46FA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4A8B1-4889-D837-D44A-58DF6A0BE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A5A1-FCB9-098D-414A-4DE40404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935EF-80C1-37D1-D3B4-8B310C1B7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B455D-C329-E656-41AC-EF994BE2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50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2FC4-8101-9F1B-19BA-FF70FF5F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641A1-965D-23F6-6D4C-133B039586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C0247-4DD9-F497-15FE-B6694FF2C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B6B10-12DA-BF83-FBAC-B37124DDD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DDE5D-969D-6FF0-DF19-57C582DC5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C775E-370A-2944-20D6-48FFCB2B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22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0863-0220-AE12-922C-42A2B826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DAB23-7D7B-CFFB-13A0-93F697EDF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5D14-E6D5-C399-032F-9258BB07A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1E02-A355-2421-643E-C199A4E03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359B-FAF5-736E-2800-A796140E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8778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3F377-FCD3-8EF0-61E2-952D96C6D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16DBF-F5A8-B43F-A376-3D8D145FC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97801-FDD7-00B3-C68F-FDC7CEE1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2446B-E61C-EAC8-1624-B292FD7E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93A1F-F926-897F-10EB-D479E53D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211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2131C-F9F1-C740-91DC-822FE224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D01C1-819B-0785-F8BB-447718C2A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462B3-7C0B-CB5A-65B0-8BF41472E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EB279-358F-43F1-A0AD-03891B9726E7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E0EC5-5D7F-FC84-6C8E-B37EA28C9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93124-DFFB-59D7-DC46-535332D3E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D5429-32C6-49E3-A55F-CCA8E01BCC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086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eater78/RIOT-WEB-FLASH-EXT-PROTOTYPE" TargetMode="External"/><Relationship Id="rId2" Type="http://schemas.openxmlformats.org/officeDocument/2006/relationships/hyperlink" Target="https://github.com/cheater78/RIOT-WebEdito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heater78/RIOT-WEB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OT-OS/riotdock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er/coder" TargetMode="External"/><Relationship Id="rId2" Type="http://schemas.openxmlformats.org/officeDocument/2006/relationships/hyperlink" Target="https://github.com/traefik/traefi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0BC2-255B-6907-674A-27416F646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Week 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D6EDA-9C3F-0204-B4F4-882EF93207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gud</a:t>
            </a:r>
            <a:r>
              <a:rPr lang="de-DE" dirty="0"/>
              <a:t>, lose </a:t>
            </a:r>
            <a:r>
              <a:rPr lang="de-DE" dirty="0" err="1"/>
              <a:t>sanity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795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0FAF-4E14-E05C-87BF-B2DE8AFB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 Gud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27BC2-E515-5678-6D52-9ABD00E1C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stalk </a:t>
            </a:r>
            <a:r>
              <a:rPr lang="de-DE" dirty="0" err="1"/>
              <a:t>us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Hub</a:t>
            </a:r>
          </a:p>
          <a:p>
            <a:r>
              <a:rPr lang="de-DE" dirty="0"/>
              <a:t>RIOT-</a:t>
            </a:r>
            <a:r>
              <a:rPr lang="de-DE" dirty="0" err="1"/>
              <a:t>WebEditor</a:t>
            </a:r>
            <a:r>
              <a:rPr lang="de-DE" dirty="0"/>
              <a:t> (Docker, code-server, Weekly Log)</a:t>
            </a:r>
          </a:p>
          <a:p>
            <a:pPr lvl="1"/>
            <a:r>
              <a:rPr lang="de-DE" dirty="0">
                <a:hlinkClick r:id="rId2"/>
              </a:rPr>
              <a:t>https://github.com/cheater78/RIOT-WebEditor</a:t>
            </a:r>
            <a:endParaRPr lang="de-DE" dirty="0"/>
          </a:p>
          <a:p>
            <a:r>
              <a:rPr lang="de-DE" dirty="0"/>
              <a:t>RIOT-WEB-FLASH-EXT-PROTOTYPE (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 Extension)</a:t>
            </a:r>
          </a:p>
          <a:p>
            <a:pPr lvl="1"/>
            <a:r>
              <a:rPr lang="de-DE" dirty="0">
                <a:hlinkClick r:id="rId3"/>
              </a:rPr>
              <a:t>https://github.com/cheater78/RIOT-WEB-FLASH-EXT-PROTOTYPE</a:t>
            </a:r>
            <a:endParaRPr lang="de-DE" dirty="0"/>
          </a:p>
          <a:p>
            <a:r>
              <a:rPr lang="de-DE" dirty="0"/>
              <a:t>RIOT-WEB (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fork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RIOT)</a:t>
            </a:r>
          </a:p>
          <a:p>
            <a:pPr lvl="1"/>
            <a:r>
              <a:rPr lang="de-DE" dirty="0">
                <a:hlinkClick r:id="rId4"/>
              </a:rPr>
              <a:t>https://github.com/cheater78/RIOT-WEB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943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DA009-3029-3F40-609A-3DDBE988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RIOT-WEB-FLASH-EXT-PROTOTYPE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813EA-39B2-337B-1834-77F046084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working</a:t>
            </a:r>
            <a:r>
              <a:rPr lang="de-DE" dirty="0"/>
              <a:t> Serial Terminal</a:t>
            </a:r>
          </a:p>
          <a:p>
            <a:pPr lvl="1"/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pretty</a:t>
            </a:r>
            <a:r>
              <a:rPr lang="de-DE" dirty="0"/>
              <a:t> UI</a:t>
            </a:r>
          </a:p>
          <a:p>
            <a:r>
              <a:rPr lang="de-DE" dirty="0" err="1"/>
              <a:t>struggles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devices</a:t>
            </a:r>
            <a:r>
              <a:rPr lang="de-DE" dirty="0"/>
              <a:t> </a:t>
            </a:r>
            <a:r>
              <a:rPr lang="de-DE" dirty="0" err="1"/>
              <a:t>management</a:t>
            </a:r>
            <a:r>
              <a:rPr lang="de-DE" dirty="0"/>
              <a:t> and UI</a:t>
            </a:r>
          </a:p>
          <a:p>
            <a:pPr lvl="1"/>
            <a:r>
              <a:rPr lang="de-DE" dirty="0" err="1"/>
              <a:t>var</a:t>
            </a:r>
            <a:r>
              <a:rPr lang="de-DE" dirty="0"/>
              <a:t> == </a:t>
            </a:r>
            <a:r>
              <a:rPr lang="de-DE" dirty="0" err="1"/>
              <a:t>var</a:t>
            </a:r>
            <a:r>
              <a:rPr lang="de-DE" dirty="0"/>
              <a:t> </a:t>
            </a:r>
            <a:r>
              <a:rPr lang="de-DE" dirty="0" err="1"/>
              <a:t>operator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VSCode</a:t>
            </a:r>
            <a:endParaRPr lang="de-DE" dirty="0"/>
          </a:p>
          <a:p>
            <a:pPr lvl="1"/>
            <a:r>
              <a:rPr lang="de-DE" dirty="0" err="1"/>
              <a:t>var</a:t>
            </a:r>
            <a:r>
              <a:rPr lang="de-DE" dirty="0"/>
              <a:t> in List </a:t>
            </a:r>
            <a:r>
              <a:rPr lang="de-DE" dirty="0" err="1"/>
              <a:t>operator</a:t>
            </a:r>
            <a:r>
              <a:rPr lang="de-DE" dirty="0"/>
              <a:t> </a:t>
            </a:r>
            <a:r>
              <a:rPr lang="de-DE" dirty="0" err="1"/>
              <a:t>works</a:t>
            </a:r>
            <a:endParaRPr lang="de-DE" dirty="0"/>
          </a:p>
          <a:p>
            <a:pPr lvl="2"/>
            <a:r>
              <a:rPr lang="de-DE" dirty="0" err="1"/>
              <a:t>inherent</a:t>
            </a:r>
            <a:r>
              <a:rPr lang="de-DE" dirty="0"/>
              <a:t> feature to support multiple </a:t>
            </a:r>
            <a:r>
              <a:rPr lang="de-DE" dirty="0" err="1"/>
              <a:t>devices</a:t>
            </a:r>
            <a:r>
              <a:rPr lang="de-DE" dirty="0"/>
              <a:t> at </a:t>
            </a:r>
            <a:r>
              <a:rPr lang="de-DE" dirty="0" err="1"/>
              <a:t>once</a:t>
            </a:r>
            <a:r>
              <a:rPr lang="de-DE" dirty="0"/>
              <a:t> – </a:t>
            </a:r>
            <a:r>
              <a:rPr lang="de-DE" dirty="0" err="1"/>
              <a:t>yaay</a:t>
            </a:r>
            <a:endParaRPr lang="de-DE" dirty="0"/>
          </a:p>
          <a:p>
            <a:endParaRPr lang="de-DE" dirty="0"/>
          </a:p>
        </p:txBody>
      </p:sp>
      <p:pic>
        <p:nvPicPr>
          <p:cNvPr id="5" name="Picture 4" descr="may be incorrect.">
            <a:extLst>
              <a:ext uri="{FF2B5EF4-FFF2-40B4-BE49-F238E27FC236}">
                <a16:creationId xmlns:a16="http://schemas.microsoft.com/office/drawing/2014/main" id="{449DC1F3-075E-DF93-271F-979931117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323356"/>
            <a:ext cx="3524250" cy="249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2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3C1C-9133-7DF9-B889-135D164FD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F8C78-8D0E-F9E7-5DD1-BB689B405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migrated</a:t>
            </a:r>
            <a:r>
              <a:rPr lang="de-DE" dirty="0"/>
              <a:t> to </a:t>
            </a:r>
            <a:r>
              <a:rPr lang="de-DE" u="sng" dirty="0" err="1">
                <a:hlinkClick r:id="rId2"/>
              </a:rPr>
              <a:t>riot</a:t>
            </a:r>
            <a:r>
              <a:rPr lang="de-DE" u="sng" dirty="0">
                <a:hlinkClick r:id="rId2"/>
              </a:rPr>
              <a:t>/</a:t>
            </a:r>
            <a:r>
              <a:rPr lang="de-DE" u="sng" dirty="0" err="1">
                <a:hlinkClick r:id="rId2"/>
              </a:rPr>
              <a:t>riotbuild:latest</a:t>
            </a:r>
            <a:endParaRPr lang="de-DE" u="sng" dirty="0"/>
          </a:p>
          <a:p>
            <a:pPr lvl="1"/>
            <a:r>
              <a:rPr lang="de-DE" dirty="0" err="1"/>
              <a:t>alr</a:t>
            </a:r>
            <a:r>
              <a:rPr lang="de-DE" dirty="0"/>
              <a:t> </a:t>
            </a:r>
            <a:r>
              <a:rPr lang="de-DE" dirty="0" err="1"/>
              <a:t>contains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buildtools</a:t>
            </a:r>
            <a:endParaRPr lang="de-DE" dirty="0"/>
          </a:p>
          <a:p>
            <a:pPr lvl="1"/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lightweight</a:t>
            </a:r>
            <a:r>
              <a:rPr lang="de-DE" dirty="0"/>
              <a:t> </a:t>
            </a:r>
            <a:r>
              <a:rPr lang="de-DE" dirty="0" err="1"/>
              <a:t>compiler</a:t>
            </a:r>
            <a:r>
              <a:rPr lang="de-DE" dirty="0"/>
              <a:t> </a:t>
            </a:r>
            <a:r>
              <a:rPr lang="de-DE" dirty="0" err="1"/>
              <a:t>setup</a:t>
            </a:r>
            <a:endParaRPr lang="de-DE" dirty="0"/>
          </a:p>
          <a:p>
            <a:pPr lvl="1"/>
            <a:r>
              <a:rPr lang="de-DE" dirty="0"/>
              <a:t>was a </a:t>
            </a:r>
            <a:r>
              <a:rPr lang="de-DE" dirty="0" err="1"/>
              <a:t>suprising</a:t>
            </a:r>
            <a:r>
              <a:rPr lang="de-DE" dirty="0"/>
              <a:t> </a:t>
            </a:r>
            <a:r>
              <a:rPr lang="de-DE" dirty="0" err="1"/>
              <a:t>nightmare</a:t>
            </a:r>
            <a:endParaRPr lang="de-DE" dirty="0"/>
          </a:p>
          <a:p>
            <a:r>
              <a:rPr lang="de-DE" dirty="0" err="1"/>
              <a:t>integrated</a:t>
            </a:r>
            <a:r>
              <a:rPr lang="de-DE" dirty="0"/>
              <a:t> RIOT-WEB-FLASH-EXT-PROTOTYPE</a:t>
            </a:r>
            <a:r>
              <a:rPr lang="de-DE" u="sng" dirty="0"/>
              <a:t> </a:t>
            </a:r>
          </a:p>
          <a:p>
            <a:pPr lvl="1"/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container</a:t>
            </a:r>
            <a:endParaRPr lang="de-DE" dirty="0"/>
          </a:p>
          <a:p>
            <a:r>
              <a:rPr lang="de-DE" dirty="0" err="1"/>
              <a:t>integrated</a:t>
            </a:r>
            <a:r>
              <a:rPr lang="de-DE" dirty="0"/>
              <a:t> RIOT-WEB</a:t>
            </a:r>
          </a:p>
        </p:txBody>
      </p:sp>
    </p:spTree>
    <p:extLst>
      <p:ext uri="{BB962C8B-B14F-4D97-AF65-F5344CB8AC3E}">
        <p14:creationId xmlns:p14="http://schemas.microsoft.com/office/powerpoint/2010/main" val="350412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9FAD-B397-72C6-6682-D8DD0A4B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Makefiles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EE64D-DA16-F2EC-875C-9AAD5F49E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3970" cy="4351338"/>
          </a:xfrm>
        </p:spPr>
        <p:txBody>
          <a:bodyPr/>
          <a:lstStyle/>
          <a:p>
            <a:r>
              <a:rPr lang="de-DE" dirty="0" err="1"/>
              <a:t>haunt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in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sleep</a:t>
            </a:r>
            <a:endParaRPr lang="de-DE" dirty="0"/>
          </a:p>
          <a:p>
            <a:r>
              <a:rPr lang="de-DE" dirty="0"/>
              <a:t>esp8266 </a:t>
            </a:r>
            <a:r>
              <a:rPr lang="de-DE" dirty="0" err="1"/>
              <a:t>example</a:t>
            </a:r>
            <a:r>
              <a:rPr lang="de-DE" dirty="0"/>
              <a:t> (last </a:t>
            </a:r>
            <a:r>
              <a:rPr lang="de-DE" dirty="0" err="1"/>
              <a:t>week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nice $ESPTOOL, $FFLAGS </a:t>
            </a:r>
            <a:r>
              <a:rPr lang="de-DE" dirty="0" err="1"/>
              <a:t>def</a:t>
            </a:r>
            <a:endParaRPr lang="de-DE" dirty="0"/>
          </a:p>
          <a:p>
            <a:r>
              <a:rPr lang="de-DE" dirty="0"/>
              <a:t>esp32 (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yet</a:t>
            </a:r>
            <a:endParaRPr lang="de-DE" dirty="0"/>
          </a:p>
          <a:p>
            <a:pPr lvl="1"/>
            <a:r>
              <a:rPr lang="de-DE" dirty="0" err="1"/>
              <a:t>got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(esptool.inc.mk, </a:t>
            </a:r>
            <a:r>
              <a:rPr lang="de-DE" dirty="0" err="1"/>
              <a:t>xtensa</a:t>
            </a:r>
            <a:r>
              <a:rPr lang="de-DE" dirty="0"/>
              <a:t> </a:t>
            </a:r>
            <a:r>
              <a:rPr lang="de-DE" dirty="0" err="1"/>
              <a:t>lib</a:t>
            </a:r>
            <a:r>
              <a:rPr lang="de-DE" dirty="0"/>
              <a:t>, ...) and </a:t>
            </a:r>
            <a:r>
              <a:rPr lang="de-DE" dirty="0" err="1"/>
              <a:t>about</a:t>
            </a:r>
            <a:r>
              <a:rPr lang="de-DE" dirty="0"/>
              <a:t> 50k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log to </a:t>
            </a:r>
            <a:r>
              <a:rPr lang="de-DE" dirty="0" err="1"/>
              <a:t>sift</a:t>
            </a:r>
            <a:r>
              <a:rPr lang="de-DE" dirty="0"/>
              <a:t> </a:t>
            </a:r>
            <a:r>
              <a:rPr lang="de-DE" dirty="0" err="1"/>
              <a:t>through</a:t>
            </a:r>
            <a:endParaRPr lang="de-DE" dirty="0"/>
          </a:p>
          <a:p>
            <a:pPr lvl="1"/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architecture</a:t>
            </a:r>
            <a:r>
              <a:rPr lang="de-DE" dirty="0"/>
              <a:t>/</a:t>
            </a:r>
            <a:r>
              <a:rPr lang="de-DE" dirty="0" err="1"/>
              <a:t>doc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makesystem</a:t>
            </a:r>
            <a:r>
              <a:rPr lang="de-DE" dirty="0"/>
              <a:t>?</a:t>
            </a:r>
          </a:p>
          <a:p>
            <a:pPr lvl="1"/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E0B8D8-C8C8-99A4-92B4-337545074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389939" cy="408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2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12D9-7E43-9C89-4284-2FE17A20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</a:t>
            </a:r>
            <a:r>
              <a:rPr lang="de-DE" dirty="0" err="1"/>
              <a:t>Consideration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83293-2298-16ED-DECF-578A2AC9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mutli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:</a:t>
            </a:r>
          </a:p>
          <a:p>
            <a:pPr lvl="1"/>
            <a:r>
              <a:rPr lang="de-DE" u="sng" dirty="0" err="1">
                <a:hlinkClick r:id="rId2"/>
              </a:rPr>
              <a:t>Treafik</a:t>
            </a:r>
            <a:r>
              <a:rPr lang="de-DE" dirty="0"/>
              <a:t> (</a:t>
            </a:r>
            <a:r>
              <a:rPr lang="de-DE" dirty="0" err="1"/>
              <a:t>under</a:t>
            </a:r>
            <a:r>
              <a:rPr lang="de-DE" dirty="0"/>
              <a:t> MIT </a:t>
            </a:r>
            <a:r>
              <a:rPr lang="de-DE" dirty="0" err="1"/>
              <a:t>license</a:t>
            </a:r>
            <a:r>
              <a:rPr lang="de-DE" dirty="0"/>
              <a:t>)</a:t>
            </a:r>
          </a:p>
          <a:p>
            <a:pPr lvl="2"/>
            <a:r>
              <a:rPr lang="en-US" dirty="0"/>
              <a:t>reverse proxy and docker container management tool</a:t>
            </a:r>
          </a:p>
          <a:p>
            <a:pPr lvl="2"/>
            <a:r>
              <a:rPr lang="en-US" dirty="0"/>
              <a:t>requires custom frontend</a:t>
            </a:r>
          </a:p>
          <a:p>
            <a:pPr lvl="1"/>
            <a:r>
              <a:rPr lang="de-DE" u="sng" dirty="0" err="1">
                <a:hlinkClick r:id="rId3"/>
              </a:rPr>
              <a:t>coder</a:t>
            </a:r>
            <a:endParaRPr lang="de-DE" u="sng" dirty="0"/>
          </a:p>
          <a:p>
            <a:pPr lvl="2"/>
            <a:r>
              <a:rPr lang="de-DE" dirty="0" err="1"/>
              <a:t>more</a:t>
            </a:r>
            <a:r>
              <a:rPr lang="de-DE" dirty="0"/>
              <a:t> UI, but </a:t>
            </a:r>
            <a:r>
              <a:rPr lang="de-DE" dirty="0" err="1"/>
              <a:t>looks</a:t>
            </a:r>
            <a:r>
              <a:rPr lang="de-DE" dirty="0"/>
              <a:t> like an </a:t>
            </a:r>
            <a:r>
              <a:rPr lang="de-DE" dirty="0" err="1"/>
              <a:t>admin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to </a:t>
            </a:r>
            <a:r>
              <a:rPr lang="de-DE" dirty="0" err="1"/>
              <a:t>create</a:t>
            </a:r>
            <a:r>
              <a:rPr lang="de-DE" dirty="0"/>
              <a:t> Development </a:t>
            </a:r>
            <a:r>
              <a:rPr lang="de-DE" dirty="0" err="1"/>
              <a:t>environments</a:t>
            </a:r>
            <a:endParaRPr lang="de-DE" dirty="0"/>
          </a:p>
          <a:p>
            <a:pPr lvl="1"/>
            <a:r>
              <a:rPr lang="de-DE" dirty="0"/>
              <a:t>just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note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, </a:t>
            </a:r>
            <a:r>
              <a:rPr lang="de-DE" dirty="0" err="1"/>
              <a:t>needs</a:t>
            </a:r>
            <a:r>
              <a:rPr lang="de-DE" dirty="0"/>
              <a:t> a </a:t>
            </a:r>
            <a:r>
              <a:rPr lang="de-DE" dirty="0" err="1"/>
              <a:t>lot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investigation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251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A4D2-7502-7B02-4B58-946122DAF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27595-0CE4-12FD-6BC0-BBDF06445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continue</a:t>
            </a:r>
            <a:r>
              <a:rPr lang="de-DE" dirty="0"/>
              <a:t>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de-DE" dirty="0"/>
          </a:p>
          <a:p>
            <a:r>
              <a:rPr lang="de-DE" dirty="0" err="1"/>
              <a:t>continue</a:t>
            </a:r>
            <a:r>
              <a:rPr lang="de-DE" dirty="0"/>
              <a:t> war on </a:t>
            </a:r>
            <a:r>
              <a:rPr lang="de-DE" dirty="0" err="1"/>
              <a:t>makefiles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7261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Week 04</vt:lpstr>
      <vt:lpstr>Git Gud</vt:lpstr>
      <vt:lpstr>RIOT-WEB-FLASH-EXT-PROTOTYPE</vt:lpstr>
      <vt:lpstr>Docker</vt:lpstr>
      <vt:lpstr>Makefiles</vt:lpstr>
      <vt:lpstr>Future Consideration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cheater 78</dc:creator>
  <cp:lastModifiedBy>cheater 78</cp:lastModifiedBy>
  <cp:revision>7</cp:revision>
  <dcterms:created xsi:type="dcterms:W3CDTF">2025-11-10T15:12:53Z</dcterms:created>
  <dcterms:modified xsi:type="dcterms:W3CDTF">2025-11-10T15:58:41Z</dcterms:modified>
</cp:coreProperties>
</file>